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65" r:id="rId2"/>
  </p:sldIdLst>
  <p:sldSz cx="6207125" cy="43576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D6EB"/>
    <a:srgbClr val="9FD5EB"/>
    <a:srgbClr val="9FD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57"/>
    <p:restoredTop sz="97678"/>
  </p:normalViewPr>
  <p:slideViewPr>
    <p:cSldViewPr snapToGrid="0">
      <p:cViewPr varScale="1">
        <p:scale>
          <a:sx n="201" d="100"/>
          <a:sy n="201" d="100"/>
        </p:scale>
        <p:origin x="1200" y="17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336FD-F2B5-C043-9ABE-661EE14E25C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1143000"/>
            <a:ext cx="439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CD9F-6B7B-9E4E-BD4C-50E5DD341F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1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1143000"/>
            <a:ext cx="43973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CD9F-6B7B-9E4E-BD4C-50E5DD341F4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909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535" y="713168"/>
            <a:ext cx="5276056" cy="1517121"/>
          </a:xfrm>
        </p:spPr>
        <p:txBody>
          <a:bodyPr anchor="b"/>
          <a:lstStyle>
            <a:lvl1pPr algn="ctr">
              <a:defRPr sz="3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5891" y="2288795"/>
            <a:ext cx="4655344" cy="1052099"/>
          </a:xfrm>
        </p:spPr>
        <p:txBody>
          <a:bodyPr/>
          <a:lstStyle>
            <a:lvl1pPr marL="0" indent="0" algn="ctr">
              <a:buNone/>
              <a:defRPr sz="1525"/>
            </a:lvl1pPr>
            <a:lvl2pPr marL="290505" indent="0" algn="ctr">
              <a:buNone/>
              <a:defRPr sz="1271"/>
            </a:lvl2pPr>
            <a:lvl3pPr marL="581010" indent="0" algn="ctr">
              <a:buNone/>
              <a:defRPr sz="1144"/>
            </a:lvl3pPr>
            <a:lvl4pPr marL="871515" indent="0" algn="ctr">
              <a:buNone/>
              <a:defRPr sz="1017"/>
            </a:lvl4pPr>
            <a:lvl5pPr marL="1162020" indent="0" algn="ctr">
              <a:buNone/>
              <a:defRPr sz="1017"/>
            </a:lvl5pPr>
            <a:lvl6pPr marL="1452524" indent="0" algn="ctr">
              <a:buNone/>
              <a:defRPr sz="1017"/>
            </a:lvl6pPr>
            <a:lvl7pPr marL="1743029" indent="0" algn="ctr">
              <a:buNone/>
              <a:defRPr sz="1017"/>
            </a:lvl7pPr>
            <a:lvl8pPr marL="2033534" indent="0" algn="ctr">
              <a:buNone/>
              <a:defRPr sz="1017"/>
            </a:lvl8pPr>
            <a:lvl9pPr marL="2324039" indent="0" algn="ctr">
              <a:buNone/>
              <a:defRPr sz="101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64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80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07" y="1086397"/>
            <a:ext cx="5353645" cy="1812677"/>
          </a:xfrm>
        </p:spPr>
        <p:txBody>
          <a:bodyPr anchor="b"/>
          <a:lstStyle>
            <a:lvl1pPr>
              <a:defRPr sz="3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07" y="2916223"/>
            <a:ext cx="5353645" cy="953244"/>
          </a:xfrm>
        </p:spPr>
        <p:txBody>
          <a:bodyPr/>
          <a:lstStyle>
            <a:lvl1pPr marL="0" indent="0">
              <a:buNone/>
              <a:defRPr sz="1525">
                <a:solidFill>
                  <a:schemeClr val="tx1">
                    <a:tint val="82000"/>
                  </a:schemeClr>
                </a:solidFill>
              </a:defRPr>
            </a:lvl1pPr>
            <a:lvl2pPr marL="290505" indent="0">
              <a:buNone/>
              <a:defRPr sz="1271">
                <a:solidFill>
                  <a:schemeClr val="tx1">
                    <a:tint val="82000"/>
                  </a:schemeClr>
                </a:solidFill>
              </a:defRPr>
            </a:lvl2pPr>
            <a:lvl3pPr marL="581010" indent="0">
              <a:buNone/>
              <a:defRPr sz="1144">
                <a:solidFill>
                  <a:schemeClr val="tx1">
                    <a:tint val="82000"/>
                  </a:schemeClr>
                </a:solidFill>
              </a:defRPr>
            </a:lvl3pPr>
            <a:lvl4pPr marL="871515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4pPr>
            <a:lvl5pPr marL="1162020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5pPr>
            <a:lvl6pPr marL="1452524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6pPr>
            <a:lvl7pPr marL="1743029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7pPr>
            <a:lvl8pPr marL="2033534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8pPr>
            <a:lvl9pPr marL="2324039" indent="0">
              <a:buNone/>
              <a:defRPr sz="101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6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740" y="1160033"/>
            <a:ext cx="2638028" cy="27649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2357" y="1160033"/>
            <a:ext cx="2638028" cy="27649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64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8" y="232007"/>
            <a:ext cx="5353645" cy="84228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49" y="1068239"/>
            <a:ext cx="2625904" cy="523527"/>
          </a:xfrm>
        </p:spPr>
        <p:txBody>
          <a:bodyPr anchor="b"/>
          <a:lstStyle>
            <a:lvl1pPr marL="0" indent="0">
              <a:buNone/>
              <a:defRPr sz="1525" b="1"/>
            </a:lvl1pPr>
            <a:lvl2pPr marL="290505" indent="0">
              <a:buNone/>
              <a:defRPr sz="1271" b="1"/>
            </a:lvl2pPr>
            <a:lvl3pPr marL="581010" indent="0">
              <a:buNone/>
              <a:defRPr sz="1144" b="1"/>
            </a:lvl3pPr>
            <a:lvl4pPr marL="871515" indent="0">
              <a:buNone/>
              <a:defRPr sz="1017" b="1"/>
            </a:lvl4pPr>
            <a:lvl5pPr marL="1162020" indent="0">
              <a:buNone/>
              <a:defRPr sz="1017" b="1"/>
            </a:lvl5pPr>
            <a:lvl6pPr marL="1452524" indent="0">
              <a:buNone/>
              <a:defRPr sz="1017" b="1"/>
            </a:lvl6pPr>
            <a:lvl7pPr marL="1743029" indent="0">
              <a:buNone/>
              <a:defRPr sz="1017" b="1"/>
            </a:lvl7pPr>
            <a:lvl8pPr marL="2033534" indent="0">
              <a:buNone/>
              <a:defRPr sz="1017" b="1"/>
            </a:lvl8pPr>
            <a:lvl9pPr marL="2324039" indent="0">
              <a:buNone/>
              <a:defRPr sz="101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549" y="1591767"/>
            <a:ext cx="2625904" cy="2341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2357" y="1068239"/>
            <a:ext cx="2638837" cy="523527"/>
          </a:xfrm>
        </p:spPr>
        <p:txBody>
          <a:bodyPr anchor="b"/>
          <a:lstStyle>
            <a:lvl1pPr marL="0" indent="0">
              <a:buNone/>
              <a:defRPr sz="1525" b="1"/>
            </a:lvl1pPr>
            <a:lvl2pPr marL="290505" indent="0">
              <a:buNone/>
              <a:defRPr sz="1271" b="1"/>
            </a:lvl2pPr>
            <a:lvl3pPr marL="581010" indent="0">
              <a:buNone/>
              <a:defRPr sz="1144" b="1"/>
            </a:lvl3pPr>
            <a:lvl4pPr marL="871515" indent="0">
              <a:buNone/>
              <a:defRPr sz="1017" b="1"/>
            </a:lvl4pPr>
            <a:lvl5pPr marL="1162020" indent="0">
              <a:buNone/>
              <a:defRPr sz="1017" b="1"/>
            </a:lvl5pPr>
            <a:lvl6pPr marL="1452524" indent="0">
              <a:buNone/>
              <a:defRPr sz="1017" b="1"/>
            </a:lvl6pPr>
            <a:lvl7pPr marL="1743029" indent="0">
              <a:buNone/>
              <a:defRPr sz="1017" b="1"/>
            </a:lvl7pPr>
            <a:lvl8pPr marL="2033534" indent="0">
              <a:buNone/>
              <a:defRPr sz="1017" b="1"/>
            </a:lvl8pPr>
            <a:lvl9pPr marL="2324039" indent="0">
              <a:buNone/>
              <a:defRPr sz="101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2357" y="1591767"/>
            <a:ext cx="2638837" cy="2341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50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68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0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9" y="290512"/>
            <a:ext cx="2001959" cy="1016794"/>
          </a:xfrm>
        </p:spPr>
        <p:txBody>
          <a:bodyPr anchor="b"/>
          <a:lstStyle>
            <a:lvl1pPr>
              <a:defRPr sz="20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8837" y="627427"/>
            <a:ext cx="3142357" cy="3096783"/>
          </a:xfrm>
        </p:spPr>
        <p:txBody>
          <a:bodyPr/>
          <a:lstStyle>
            <a:lvl1pPr>
              <a:defRPr sz="2033"/>
            </a:lvl1pPr>
            <a:lvl2pPr>
              <a:defRPr sz="1779"/>
            </a:lvl2pPr>
            <a:lvl3pPr>
              <a:defRPr sz="1525"/>
            </a:lvl3pPr>
            <a:lvl4pPr>
              <a:defRPr sz="1271"/>
            </a:lvl4pPr>
            <a:lvl5pPr>
              <a:defRPr sz="1271"/>
            </a:lvl5pPr>
            <a:lvl6pPr>
              <a:defRPr sz="1271"/>
            </a:lvl6pPr>
            <a:lvl7pPr>
              <a:defRPr sz="1271"/>
            </a:lvl7pPr>
            <a:lvl8pPr>
              <a:defRPr sz="1271"/>
            </a:lvl8pPr>
            <a:lvl9pPr>
              <a:defRPr sz="12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7549" y="1307306"/>
            <a:ext cx="2001959" cy="2421947"/>
          </a:xfrm>
        </p:spPr>
        <p:txBody>
          <a:bodyPr/>
          <a:lstStyle>
            <a:lvl1pPr marL="0" indent="0">
              <a:buNone/>
              <a:defRPr sz="1017"/>
            </a:lvl1pPr>
            <a:lvl2pPr marL="290505" indent="0">
              <a:buNone/>
              <a:defRPr sz="890"/>
            </a:lvl2pPr>
            <a:lvl3pPr marL="581010" indent="0">
              <a:buNone/>
              <a:defRPr sz="762"/>
            </a:lvl3pPr>
            <a:lvl4pPr marL="871515" indent="0">
              <a:buNone/>
              <a:defRPr sz="635"/>
            </a:lvl4pPr>
            <a:lvl5pPr marL="1162020" indent="0">
              <a:buNone/>
              <a:defRPr sz="635"/>
            </a:lvl5pPr>
            <a:lvl6pPr marL="1452524" indent="0">
              <a:buNone/>
              <a:defRPr sz="635"/>
            </a:lvl6pPr>
            <a:lvl7pPr marL="1743029" indent="0">
              <a:buNone/>
              <a:defRPr sz="635"/>
            </a:lvl7pPr>
            <a:lvl8pPr marL="2033534" indent="0">
              <a:buNone/>
              <a:defRPr sz="635"/>
            </a:lvl8pPr>
            <a:lvl9pPr marL="2324039" indent="0">
              <a:buNone/>
              <a:defRPr sz="6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85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9" y="290512"/>
            <a:ext cx="2001959" cy="1016794"/>
          </a:xfrm>
        </p:spPr>
        <p:txBody>
          <a:bodyPr anchor="b"/>
          <a:lstStyle>
            <a:lvl1pPr>
              <a:defRPr sz="20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38837" y="627427"/>
            <a:ext cx="3142357" cy="3096783"/>
          </a:xfrm>
        </p:spPr>
        <p:txBody>
          <a:bodyPr anchor="t"/>
          <a:lstStyle>
            <a:lvl1pPr marL="0" indent="0">
              <a:buNone/>
              <a:defRPr sz="2033"/>
            </a:lvl1pPr>
            <a:lvl2pPr marL="290505" indent="0">
              <a:buNone/>
              <a:defRPr sz="1779"/>
            </a:lvl2pPr>
            <a:lvl3pPr marL="581010" indent="0">
              <a:buNone/>
              <a:defRPr sz="1525"/>
            </a:lvl3pPr>
            <a:lvl4pPr marL="871515" indent="0">
              <a:buNone/>
              <a:defRPr sz="1271"/>
            </a:lvl4pPr>
            <a:lvl5pPr marL="1162020" indent="0">
              <a:buNone/>
              <a:defRPr sz="1271"/>
            </a:lvl5pPr>
            <a:lvl6pPr marL="1452524" indent="0">
              <a:buNone/>
              <a:defRPr sz="1271"/>
            </a:lvl6pPr>
            <a:lvl7pPr marL="1743029" indent="0">
              <a:buNone/>
              <a:defRPr sz="1271"/>
            </a:lvl7pPr>
            <a:lvl8pPr marL="2033534" indent="0">
              <a:buNone/>
              <a:defRPr sz="1271"/>
            </a:lvl8pPr>
            <a:lvl9pPr marL="2324039" indent="0">
              <a:buNone/>
              <a:defRPr sz="1271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7549" y="1307306"/>
            <a:ext cx="2001959" cy="2421947"/>
          </a:xfrm>
        </p:spPr>
        <p:txBody>
          <a:bodyPr/>
          <a:lstStyle>
            <a:lvl1pPr marL="0" indent="0">
              <a:buNone/>
              <a:defRPr sz="1017"/>
            </a:lvl1pPr>
            <a:lvl2pPr marL="290505" indent="0">
              <a:buNone/>
              <a:defRPr sz="890"/>
            </a:lvl2pPr>
            <a:lvl3pPr marL="581010" indent="0">
              <a:buNone/>
              <a:defRPr sz="762"/>
            </a:lvl3pPr>
            <a:lvl4pPr marL="871515" indent="0">
              <a:buNone/>
              <a:defRPr sz="635"/>
            </a:lvl4pPr>
            <a:lvl5pPr marL="1162020" indent="0">
              <a:buNone/>
              <a:defRPr sz="635"/>
            </a:lvl5pPr>
            <a:lvl6pPr marL="1452524" indent="0">
              <a:buNone/>
              <a:defRPr sz="635"/>
            </a:lvl6pPr>
            <a:lvl7pPr marL="1743029" indent="0">
              <a:buNone/>
              <a:defRPr sz="635"/>
            </a:lvl7pPr>
            <a:lvl8pPr marL="2033534" indent="0">
              <a:buNone/>
              <a:defRPr sz="635"/>
            </a:lvl8pPr>
            <a:lvl9pPr marL="2324039" indent="0">
              <a:buNone/>
              <a:defRPr sz="6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25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1974" y="232007"/>
            <a:ext cx="1338411" cy="369293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6740" y="232007"/>
            <a:ext cx="3937645" cy="369293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9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740" y="232007"/>
            <a:ext cx="5353645" cy="842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740" y="1160033"/>
            <a:ext cx="5353645" cy="2764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6740" y="4038932"/>
            <a:ext cx="1396603" cy="232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4240D-CD7D-0147-AFDB-B56ED61B186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6110" y="4038932"/>
            <a:ext cx="2094905" cy="232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83782" y="4038932"/>
            <a:ext cx="1396603" cy="232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11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581010" rtl="0" eaLnBrk="1" latinLnBrk="0" hangingPunct="1">
        <a:lnSpc>
          <a:spcPct val="90000"/>
        </a:lnSpc>
        <a:spcBef>
          <a:spcPct val="0"/>
        </a:spcBef>
        <a:buNone/>
        <a:defRPr sz="27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5252" indent="-145252" algn="l" defTabSz="581010" rtl="0" eaLnBrk="1" latinLnBrk="0" hangingPunct="1">
        <a:lnSpc>
          <a:spcPct val="90000"/>
        </a:lnSpc>
        <a:spcBef>
          <a:spcPts val="635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1pPr>
      <a:lvl2pPr marL="43575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525" kern="1200">
          <a:solidFill>
            <a:schemeClr val="tx1"/>
          </a:solidFill>
          <a:latin typeface="+mn-lt"/>
          <a:ea typeface="+mn-ea"/>
          <a:cs typeface="+mn-cs"/>
        </a:defRPr>
      </a:lvl2pPr>
      <a:lvl3pPr marL="726262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271" kern="1200">
          <a:solidFill>
            <a:schemeClr val="tx1"/>
          </a:solidFill>
          <a:latin typeface="+mn-lt"/>
          <a:ea typeface="+mn-ea"/>
          <a:cs typeface="+mn-cs"/>
        </a:defRPr>
      </a:lvl3pPr>
      <a:lvl4pPr marL="101676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4pPr>
      <a:lvl5pPr marL="1307272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5pPr>
      <a:lvl6pPr marL="159777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6pPr>
      <a:lvl7pPr marL="1888282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7pPr>
      <a:lvl8pPr marL="2178787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8pPr>
      <a:lvl9pPr marL="2469291" indent="-145252" algn="l" defTabSz="581010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11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1pPr>
      <a:lvl2pPr marL="290505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2pPr>
      <a:lvl3pPr marL="581010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3pPr>
      <a:lvl4pPr marL="871515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4pPr>
      <a:lvl5pPr marL="1162020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5pPr>
      <a:lvl6pPr marL="1452524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6pPr>
      <a:lvl7pPr marL="1743029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7pPr>
      <a:lvl8pPr marL="2033534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8pPr>
      <a:lvl9pPr marL="2324039" algn="l" defTabSz="581010" rtl="0" eaLnBrk="1" latinLnBrk="0" hangingPunct="1">
        <a:defRPr sz="11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5735-297C-FF63-5780-38E21286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64B162-518D-FAB1-57B7-2243B6F0BD64}"/>
              </a:ext>
            </a:extLst>
          </p:cNvPr>
          <p:cNvSpPr txBox="1"/>
          <p:nvPr/>
        </p:nvSpPr>
        <p:spPr>
          <a:xfrm>
            <a:off x="363202" y="2089128"/>
            <a:ext cx="1620000" cy="61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Dates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 sampled from available sources in the Open Tree 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5268C-B16E-5842-05FE-DFF9A380260F}"/>
              </a:ext>
            </a:extLst>
          </p:cNvPr>
          <p:cNvSpPr txBox="1"/>
          <p:nvPr/>
        </p:nvSpPr>
        <p:spPr>
          <a:xfrm>
            <a:off x="2293562" y="90280"/>
            <a:ext cx="1620000" cy="61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n-GB" sz="900" b="1" dirty="0" err="1">
                <a:latin typeface="Arial" panose="020B0604020202020204" pitchFamily="34" charset="0"/>
                <a:cs typeface="Arial" panose="020B0604020202020204" pitchFamily="34" charset="0"/>
              </a:rPr>
              <a:t>TreeTaxonomy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 3.7.3: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taxonomic ranks,</a:t>
            </a:r>
          </a:p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“extinct” flags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CF81F-10BC-61A3-B5AC-4A2C8B97692E}"/>
              </a:ext>
            </a:extLst>
          </p:cNvPr>
          <p:cNvSpPr txBox="1"/>
          <p:nvPr/>
        </p:nvSpPr>
        <p:spPr>
          <a:xfrm>
            <a:off x="363202" y="90280"/>
            <a:ext cx="1620000" cy="61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Tree of Life 16.1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900" dirty="0" err="1">
                <a:latin typeface="Arial" panose="020B0604020202020204" pitchFamily="34" charset="0"/>
                <a:cs typeface="Arial" panose="020B0604020202020204" pitchFamily="34" charset="0"/>
              </a:rPr>
              <a:t>supertree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 with accompanying annotations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D3EC3-F2C5-3DA2-D045-735822DB6CA8}"/>
              </a:ext>
            </a:extLst>
          </p:cNvPr>
          <p:cNvSpPr txBox="1"/>
          <p:nvPr/>
        </p:nvSpPr>
        <p:spPr>
          <a:xfrm>
            <a:off x="363202" y="1028965"/>
            <a:ext cx="1620000" cy="612000"/>
          </a:xfrm>
          <a:prstGeom prst="rect">
            <a:avLst/>
          </a:prstGeom>
          <a:solidFill>
            <a:srgbClr val="9FD6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Open Tree of Life with added metadata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728CE-393D-5264-73E2-C00444CB858B}"/>
              </a:ext>
            </a:extLst>
          </p:cNvPr>
          <p:cNvSpPr txBox="1"/>
          <p:nvPr/>
        </p:nvSpPr>
        <p:spPr>
          <a:xfrm>
            <a:off x="4235086" y="2082973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Stochastic placement of clades into phylogenetic backbone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8134D-AEDB-E01E-EC7F-550E31F31194}"/>
              </a:ext>
            </a:extLst>
          </p:cNvPr>
          <p:cNvSpPr txBox="1"/>
          <p:nvPr/>
        </p:nvSpPr>
        <p:spPr>
          <a:xfrm>
            <a:off x="4235086" y="1028965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Identify clades in the tree that have no phylogenetic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E1A13-7F1A-5A07-7D3F-5001F511C956}"/>
              </a:ext>
            </a:extLst>
          </p:cNvPr>
          <p:cNvSpPr txBox="1"/>
          <p:nvPr/>
        </p:nvSpPr>
        <p:spPr>
          <a:xfrm>
            <a:off x="363202" y="3029432"/>
            <a:ext cx="1620000" cy="612000"/>
          </a:xfrm>
          <a:prstGeom prst="rect">
            <a:avLst/>
          </a:prstGeom>
          <a:solidFill>
            <a:srgbClr val="9FD4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Bifurcating,</a:t>
            </a:r>
          </a:p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partially-dated tree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64F8B-E1D1-EE40-FA12-AD9CFCAF5CB9}"/>
              </a:ext>
            </a:extLst>
          </p:cNvPr>
          <p:cNvSpPr txBox="1"/>
          <p:nvPr/>
        </p:nvSpPr>
        <p:spPr>
          <a:xfrm>
            <a:off x="2301424" y="3029432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Remove inconsistent input dates then interpolate all missing dates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5AEF97-6104-7E55-CFCF-4FFE3DDAA43A}"/>
              </a:ext>
            </a:extLst>
          </p:cNvPr>
          <p:cNvSpPr txBox="1"/>
          <p:nvPr/>
        </p:nvSpPr>
        <p:spPr>
          <a:xfrm>
            <a:off x="4235086" y="3029432"/>
            <a:ext cx="1620000" cy="612000"/>
          </a:xfrm>
          <a:prstGeom prst="rect">
            <a:avLst/>
          </a:prstGeom>
          <a:solidFill>
            <a:srgbClr val="9FD5EB"/>
          </a:solidFill>
          <a:ln w="25400" cmpd="dbl"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Bifurcating,</a:t>
            </a:r>
          </a:p>
          <a:p>
            <a:pPr algn="ctr"/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fully-dated tree</a:t>
            </a:r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184DE-2651-E333-68D5-99E330A524A7}"/>
              </a:ext>
            </a:extLst>
          </p:cNvPr>
          <p:cNvSpPr txBox="1"/>
          <p:nvPr/>
        </p:nvSpPr>
        <p:spPr>
          <a:xfrm>
            <a:off x="2298008" y="1028965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Prune subspecies and extinct species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3D1AA5-940E-176D-2CA3-B3EB1EED4A06}"/>
              </a:ext>
            </a:extLst>
          </p:cNvPr>
          <p:cNvCxnSpPr>
            <a:cxnSpLocks/>
          </p:cNvCxnSpPr>
          <p:nvPr/>
        </p:nvCxnSpPr>
        <p:spPr>
          <a:xfrm>
            <a:off x="1173600" y="705600"/>
            <a:ext cx="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85D323-979E-15CC-DE5C-58B5A694DFDB}"/>
              </a:ext>
            </a:extLst>
          </p:cNvPr>
          <p:cNvCxnSpPr>
            <a:cxnSpLocks/>
          </p:cNvCxnSpPr>
          <p:nvPr/>
        </p:nvCxnSpPr>
        <p:spPr>
          <a:xfrm flipV="1">
            <a:off x="1987200" y="1342165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lternative Process 36">
            <a:extLst>
              <a:ext uri="{FF2B5EF4-FFF2-40B4-BE49-F238E27FC236}">
                <a16:creationId xmlns:a16="http://schemas.microsoft.com/office/drawing/2014/main" id="{5BBF4B9E-2C8A-F99B-1725-EE05055A4DC6}"/>
              </a:ext>
            </a:extLst>
          </p:cNvPr>
          <p:cNvSpPr/>
          <p:nvPr/>
        </p:nvSpPr>
        <p:spPr>
          <a:xfrm>
            <a:off x="79567" y="1856745"/>
            <a:ext cx="6032808" cy="2412000"/>
          </a:xfrm>
          <a:custGeom>
            <a:avLst/>
            <a:gdLst>
              <a:gd name="connsiteX0" fmla="*/ 0 w 6120000"/>
              <a:gd name="connsiteY0" fmla="*/ 527236 h 3163417"/>
              <a:gd name="connsiteX1" fmla="*/ 527236 w 6120000"/>
              <a:gd name="connsiteY1" fmla="*/ 0 h 3163417"/>
              <a:gd name="connsiteX2" fmla="*/ 5592764 w 6120000"/>
              <a:gd name="connsiteY2" fmla="*/ 0 h 3163417"/>
              <a:gd name="connsiteX3" fmla="*/ 6120000 w 6120000"/>
              <a:gd name="connsiteY3" fmla="*/ 527236 h 3163417"/>
              <a:gd name="connsiteX4" fmla="*/ 6120000 w 6120000"/>
              <a:gd name="connsiteY4" fmla="*/ 2636181 h 3163417"/>
              <a:gd name="connsiteX5" fmla="*/ 5592764 w 6120000"/>
              <a:gd name="connsiteY5" fmla="*/ 3163417 h 3163417"/>
              <a:gd name="connsiteX6" fmla="*/ 527236 w 6120000"/>
              <a:gd name="connsiteY6" fmla="*/ 3163417 h 3163417"/>
              <a:gd name="connsiteX7" fmla="*/ 0 w 6120000"/>
              <a:gd name="connsiteY7" fmla="*/ 2636181 h 3163417"/>
              <a:gd name="connsiteX8" fmla="*/ 0 w 6120000"/>
              <a:gd name="connsiteY8" fmla="*/ 527236 h 3163417"/>
              <a:gd name="connsiteX0" fmla="*/ 0 w 6120000"/>
              <a:gd name="connsiteY0" fmla="*/ 258481 h 3164627"/>
              <a:gd name="connsiteX1" fmla="*/ 527236 w 6120000"/>
              <a:gd name="connsiteY1" fmla="*/ 1210 h 3164627"/>
              <a:gd name="connsiteX2" fmla="*/ 5592764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592764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528446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637391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592764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527236 w 6120000"/>
              <a:gd name="connsiteY6" fmla="*/ 3164627 h 3164627"/>
              <a:gd name="connsiteX7" fmla="*/ 0 w 6120000"/>
              <a:gd name="connsiteY7" fmla="*/ 2637391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527236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46397 h 3164627"/>
              <a:gd name="connsiteX5" fmla="*/ 5827896 w 6120000"/>
              <a:gd name="connsiteY5" fmla="*/ 3164627 h 3164627"/>
              <a:gd name="connsiteX6" fmla="*/ 309522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  <a:gd name="connsiteX0" fmla="*/ 0 w 6120000"/>
              <a:gd name="connsiteY0" fmla="*/ 258481 h 3164627"/>
              <a:gd name="connsiteX1" fmla="*/ 292105 w 6120000"/>
              <a:gd name="connsiteY1" fmla="*/ 1210 h 3164627"/>
              <a:gd name="connsiteX2" fmla="*/ 5810479 w 6120000"/>
              <a:gd name="connsiteY2" fmla="*/ 1210 h 3164627"/>
              <a:gd name="connsiteX3" fmla="*/ 6120000 w 6120000"/>
              <a:gd name="connsiteY3" fmla="*/ 302023 h 3164627"/>
              <a:gd name="connsiteX4" fmla="*/ 6120000 w 6120000"/>
              <a:gd name="connsiteY4" fmla="*/ 2863814 h 3164627"/>
              <a:gd name="connsiteX5" fmla="*/ 5827896 w 6120000"/>
              <a:gd name="connsiteY5" fmla="*/ 3164627 h 3164627"/>
              <a:gd name="connsiteX6" fmla="*/ 309522 w 6120000"/>
              <a:gd name="connsiteY6" fmla="*/ 3164627 h 3164627"/>
              <a:gd name="connsiteX7" fmla="*/ 8708 w 6120000"/>
              <a:gd name="connsiteY7" fmla="*/ 2855105 h 3164627"/>
              <a:gd name="connsiteX8" fmla="*/ 0 w 6120000"/>
              <a:gd name="connsiteY8" fmla="*/ 258481 h 3164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20000" h="3164627">
                <a:moveTo>
                  <a:pt x="0" y="258481"/>
                </a:moveTo>
                <a:cubicBezTo>
                  <a:pt x="0" y="-32703"/>
                  <a:pt x="921" y="1210"/>
                  <a:pt x="292105" y="1210"/>
                </a:cubicBezTo>
                <a:lnTo>
                  <a:pt x="5810479" y="1210"/>
                </a:lnTo>
                <a:cubicBezTo>
                  <a:pt x="6101663" y="1210"/>
                  <a:pt x="6120000" y="10839"/>
                  <a:pt x="6120000" y="302023"/>
                </a:cubicBezTo>
                <a:lnTo>
                  <a:pt x="6120000" y="2863814"/>
                </a:lnTo>
                <a:cubicBezTo>
                  <a:pt x="6120000" y="3154998"/>
                  <a:pt x="6119080" y="3164627"/>
                  <a:pt x="5827896" y="3164627"/>
                </a:cubicBezTo>
                <a:lnTo>
                  <a:pt x="309522" y="3164627"/>
                </a:lnTo>
                <a:cubicBezTo>
                  <a:pt x="18338" y="3164627"/>
                  <a:pt x="8708" y="3146289"/>
                  <a:pt x="8708" y="2855105"/>
                </a:cubicBezTo>
                <a:cubicBezTo>
                  <a:pt x="5805" y="1989564"/>
                  <a:pt x="2903" y="1124022"/>
                  <a:pt x="0" y="258481"/>
                </a:cubicBezTo>
                <a:close/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9A591-4967-EC4A-09E5-670415A39E7D}"/>
              </a:ext>
            </a:extLst>
          </p:cNvPr>
          <p:cNvSpPr txBox="1"/>
          <p:nvPr/>
        </p:nvSpPr>
        <p:spPr>
          <a:xfrm>
            <a:off x="2293562" y="2087095"/>
            <a:ext cx="1620000" cy="61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Resolve any remaining polytomies and remove nodes with only one child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0CC237-A41C-9D74-F0C3-CFB9D8263B3B}"/>
              </a:ext>
            </a:extLst>
          </p:cNvPr>
          <p:cNvCxnSpPr>
            <a:cxnSpLocks/>
          </p:cNvCxnSpPr>
          <p:nvPr/>
        </p:nvCxnSpPr>
        <p:spPr>
          <a:xfrm flipH="1">
            <a:off x="1983600" y="2703600"/>
            <a:ext cx="31320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24AFB0-4B52-5DD5-BD72-3195AB2CDAAB}"/>
              </a:ext>
            </a:extLst>
          </p:cNvPr>
          <p:cNvGrpSpPr/>
          <p:nvPr/>
        </p:nvGrpSpPr>
        <p:grpSpPr>
          <a:xfrm>
            <a:off x="1863056" y="3772692"/>
            <a:ext cx="2465830" cy="369332"/>
            <a:chOff x="1946197" y="6095465"/>
            <a:chExt cx="2879803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A74C7D6-A2CE-9C23-D9EC-BCE392FCF0EC}"/>
                </a:ext>
              </a:extLst>
            </p:cNvPr>
            <p:cNvSpPr txBox="1"/>
            <p:nvPr/>
          </p:nvSpPr>
          <p:spPr>
            <a:xfrm>
              <a:off x="2217222" y="6095465"/>
              <a:ext cx="260877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Iterate to generate </a:t>
              </a:r>
              <a: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</a:t>
              </a:r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trees </a:t>
              </a:r>
              <a:br>
                <a:rPr lang="en-GB" sz="9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GB" sz="9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 varying topologies and dates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55B689A-A2A8-59DD-A86C-0A0FA9991CDF}"/>
                </a:ext>
              </a:extLst>
            </p:cNvPr>
            <p:cNvGrpSpPr/>
            <p:nvPr/>
          </p:nvGrpSpPr>
          <p:grpSpPr>
            <a:xfrm>
              <a:off x="1946197" y="6170664"/>
              <a:ext cx="271025" cy="235970"/>
              <a:chOff x="447641" y="4096768"/>
              <a:chExt cx="431300" cy="364779"/>
            </a:xfrm>
            <a:effectLst/>
          </p:grpSpPr>
          <p:sp>
            <p:nvSpPr>
              <p:cNvPr id="46" name="U-turn Arrow 45">
                <a:extLst>
                  <a:ext uri="{FF2B5EF4-FFF2-40B4-BE49-F238E27FC236}">
                    <a16:creationId xmlns:a16="http://schemas.microsoft.com/office/drawing/2014/main" id="{699062B1-11D4-A620-0A51-9836561C0156}"/>
                  </a:ext>
                </a:extLst>
              </p:cNvPr>
              <p:cNvSpPr/>
              <p:nvPr/>
            </p:nvSpPr>
            <p:spPr>
              <a:xfrm>
                <a:off x="468517" y="4096768"/>
                <a:ext cx="410424" cy="180000"/>
              </a:xfrm>
              <a:prstGeom prst="uturnArrow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U-turn Arrow 46">
                <a:extLst>
                  <a:ext uri="{FF2B5EF4-FFF2-40B4-BE49-F238E27FC236}">
                    <a16:creationId xmlns:a16="http://schemas.microsoft.com/office/drawing/2014/main" id="{DF0C36B6-F5F3-6CBF-99E3-071AC8FB4C5B}"/>
                  </a:ext>
                </a:extLst>
              </p:cNvPr>
              <p:cNvSpPr/>
              <p:nvPr/>
            </p:nvSpPr>
            <p:spPr>
              <a:xfrm rot="10800000">
                <a:off x="447641" y="4281547"/>
                <a:ext cx="410424" cy="180000"/>
              </a:xfrm>
              <a:prstGeom prst="uturnArrow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AD137D-1462-C44D-EBBA-F933150F1B54}"/>
              </a:ext>
            </a:extLst>
          </p:cNvPr>
          <p:cNvCxnSpPr>
            <a:cxnSpLocks/>
          </p:cNvCxnSpPr>
          <p:nvPr/>
        </p:nvCxnSpPr>
        <p:spPr>
          <a:xfrm flipV="1">
            <a:off x="3921886" y="1342165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9B90FA0-14F2-2463-321F-526C93128F95}"/>
              </a:ext>
            </a:extLst>
          </p:cNvPr>
          <p:cNvCxnSpPr>
            <a:cxnSpLocks/>
          </p:cNvCxnSpPr>
          <p:nvPr/>
        </p:nvCxnSpPr>
        <p:spPr>
          <a:xfrm flipH="1">
            <a:off x="3916800" y="2403373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64664EA-6139-D5E3-9629-73687171243E}"/>
              </a:ext>
            </a:extLst>
          </p:cNvPr>
          <p:cNvCxnSpPr>
            <a:cxnSpLocks/>
          </p:cNvCxnSpPr>
          <p:nvPr/>
        </p:nvCxnSpPr>
        <p:spPr>
          <a:xfrm>
            <a:off x="5030696" y="1649126"/>
            <a:ext cx="0" cy="432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B1985BF-CD54-569B-F378-2238B9B0CB5E}"/>
              </a:ext>
            </a:extLst>
          </p:cNvPr>
          <p:cNvCxnSpPr>
            <a:cxnSpLocks/>
          </p:cNvCxnSpPr>
          <p:nvPr/>
        </p:nvCxnSpPr>
        <p:spPr>
          <a:xfrm flipV="1">
            <a:off x="1987200" y="3344464"/>
            <a:ext cx="3132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D4E13E-ED07-6507-B3AE-78707820C038}"/>
              </a:ext>
            </a:extLst>
          </p:cNvPr>
          <p:cNvCxnSpPr>
            <a:cxnSpLocks/>
          </p:cNvCxnSpPr>
          <p:nvPr/>
        </p:nvCxnSpPr>
        <p:spPr>
          <a:xfrm flipV="1">
            <a:off x="3921886" y="3344464"/>
            <a:ext cx="3060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76BE8A3-558F-6D94-2264-FFED8B988573}"/>
              </a:ext>
            </a:extLst>
          </p:cNvPr>
          <p:cNvCxnSpPr>
            <a:cxnSpLocks/>
          </p:cNvCxnSpPr>
          <p:nvPr/>
        </p:nvCxnSpPr>
        <p:spPr>
          <a:xfrm>
            <a:off x="1173202" y="2704663"/>
            <a:ext cx="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AE00670-E9FB-184A-2B00-248EE4F67946}"/>
              </a:ext>
            </a:extLst>
          </p:cNvPr>
          <p:cNvSpPr txBox="1"/>
          <p:nvPr/>
        </p:nvSpPr>
        <p:spPr>
          <a:xfrm>
            <a:off x="4235086" y="90280"/>
            <a:ext cx="437612" cy="10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C4EDCC-561A-CBF9-B0D0-C2CCA08DA588}"/>
              </a:ext>
            </a:extLst>
          </p:cNvPr>
          <p:cNvSpPr txBox="1"/>
          <p:nvPr/>
        </p:nvSpPr>
        <p:spPr>
          <a:xfrm>
            <a:off x="4687209" y="31643"/>
            <a:ext cx="12340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62C290-E9DF-0857-B22E-8FEBE0729CC2}"/>
              </a:ext>
            </a:extLst>
          </p:cNvPr>
          <p:cNvSpPr txBox="1"/>
          <p:nvPr/>
        </p:nvSpPr>
        <p:spPr>
          <a:xfrm>
            <a:off x="4235535" y="342280"/>
            <a:ext cx="437612" cy="108000"/>
          </a:xfrm>
          <a:prstGeom prst="rect">
            <a:avLst/>
          </a:prstGeom>
          <a:solidFill>
            <a:srgbClr val="9FD6EB"/>
          </a:solidFill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401E4E-17E5-D9A8-8571-B3C7A17F901A}"/>
              </a:ext>
            </a:extLst>
          </p:cNvPr>
          <p:cNvSpPr txBox="1"/>
          <p:nvPr/>
        </p:nvSpPr>
        <p:spPr>
          <a:xfrm>
            <a:off x="4235086" y="594280"/>
            <a:ext cx="437612" cy="108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en-GB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98D1EF-B7E0-206B-8F25-5ED80628F2A0}"/>
              </a:ext>
            </a:extLst>
          </p:cNvPr>
          <p:cNvSpPr txBox="1"/>
          <p:nvPr/>
        </p:nvSpPr>
        <p:spPr>
          <a:xfrm>
            <a:off x="4684023" y="282240"/>
            <a:ext cx="1335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Tree object in Python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F67C39-F5C2-F77F-B896-CB7D59E64D13}"/>
              </a:ext>
            </a:extLst>
          </p:cNvPr>
          <p:cNvSpPr txBox="1"/>
          <p:nvPr/>
        </p:nvSpPr>
        <p:spPr>
          <a:xfrm>
            <a:off x="4684027" y="488702"/>
            <a:ext cx="143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Process: see Materials and methods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BD4C25-F2B5-5B6F-F4D0-B0EA162AB51E}"/>
              </a:ext>
            </a:extLst>
          </p:cNvPr>
          <p:cNvCxnSpPr>
            <a:cxnSpLocks/>
          </p:cNvCxnSpPr>
          <p:nvPr/>
        </p:nvCxnSpPr>
        <p:spPr>
          <a:xfrm flipH="1">
            <a:off x="1983600" y="702000"/>
            <a:ext cx="311580" cy="32400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930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43645</TotalTime>
  <Words>114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Duke, Jonathan</dc:creator>
  <cp:lastModifiedBy>Duke, Jonathan</cp:lastModifiedBy>
  <cp:revision>98</cp:revision>
  <cp:lastPrinted>2025-05-14T17:04:51Z</cp:lastPrinted>
  <dcterms:created xsi:type="dcterms:W3CDTF">2025-05-14T12:45:45Z</dcterms:created>
  <dcterms:modified xsi:type="dcterms:W3CDTF">2026-07-14T10:30:20Z</dcterms:modified>
</cp:coreProperties>
</file>