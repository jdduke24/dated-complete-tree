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04" r:id="rId1"/>
  </p:sldMasterIdLst>
  <p:notesMasterIdLst>
    <p:notesMasterId r:id="rId3"/>
  </p:notesMasterIdLst>
  <p:sldIdLst>
    <p:sldId id="267" r:id="rId2"/>
  </p:sldIdLst>
  <p:sldSz cx="5580063" cy="91805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F1C8"/>
    <a:srgbClr val="9FD6EB"/>
    <a:srgbClr val="9FD5EB"/>
    <a:srgbClr val="9FD4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132"/>
    <p:restoredTop sz="97678"/>
  </p:normalViewPr>
  <p:slideViewPr>
    <p:cSldViewPr snapToGrid="0">
      <p:cViewPr varScale="1">
        <p:scale>
          <a:sx n="95" d="100"/>
          <a:sy n="95" d="100"/>
        </p:scale>
        <p:origin x="3592" y="192"/>
      </p:cViewPr>
      <p:guideLst/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3336FD-F2B5-C043-9ABE-661EE14E25C5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90788" y="1143000"/>
            <a:ext cx="1876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31CD9F-6B7B-9E4E-BD4C-50E5DD341F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213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51933" rtl="0" eaLnBrk="1" latinLnBrk="0" hangingPunct="1">
      <a:defRPr sz="1118" kern="1200">
        <a:solidFill>
          <a:schemeClr val="tx1"/>
        </a:solidFill>
        <a:latin typeface="+mn-lt"/>
        <a:ea typeface="+mn-ea"/>
        <a:cs typeface="+mn-cs"/>
      </a:defRPr>
    </a:lvl1pPr>
    <a:lvl2pPr marL="425967" algn="l" defTabSz="851933" rtl="0" eaLnBrk="1" latinLnBrk="0" hangingPunct="1">
      <a:defRPr sz="1118" kern="1200">
        <a:solidFill>
          <a:schemeClr val="tx1"/>
        </a:solidFill>
        <a:latin typeface="+mn-lt"/>
        <a:ea typeface="+mn-ea"/>
        <a:cs typeface="+mn-cs"/>
      </a:defRPr>
    </a:lvl2pPr>
    <a:lvl3pPr marL="851933" algn="l" defTabSz="851933" rtl="0" eaLnBrk="1" latinLnBrk="0" hangingPunct="1">
      <a:defRPr sz="1118" kern="1200">
        <a:solidFill>
          <a:schemeClr val="tx1"/>
        </a:solidFill>
        <a:latin typeface="+mn-lt"/>
        <a:ea typeface="+mn-ea"/>
        <a:cs typeface="+mn-cs"/>
      </a:defRPr>
    </a:lvl3pPr>
    <a:lvl4pPr marL="1277899" algn="l" defTabSz="851933" rtl="0" eaLnBrk="1" latinLnBrk="0" hangingPunct="1">
      <a:defRPr sz="1118" kern="1200">
        <a:solidFill>
          <a:schemeClr val="tx1"/>
        </a:solidFill>
        <a:latin typeface="+mn-lt"/>
        <a:ea typeface="+mn-ea"/>
        <a:cs typeface="+mn-cs"/>
      </a:defRPr>
    </a:lvl4pPr>
    <a:lvl5pPr marL="1703866" algn="l" defTabSz="851933" rtl="0" eaLnBrk="1" latinLnBrk="0" hangingPunct="1">
      <a:defRPr sz="1118" kern="1200">
        <a:solidFill>
          <a:schemeClr val="tx1"/>
        </a:solidFill>
        <a:latin typeface="+mn-lt"/>
        <a:ea typeface="+mn-ea"/>
        <a:cs typeface="+mn-cs"/>
      </a:defRPr>
    </a:lvl5pPr>
    <a:lvl6pPr marL="2129832" algn="l" defTabSz="851933" rtl="0" eaLnBrk="1" latinLnBrk="0" hangingPunct="1">
      <a:defRPr sz="1118" kern="1200">
        <a:solidFill>
          <a:schemeClr val="tx1"/>
        </a:solidFill>
        <a:latin typeface="+mn-lt"/>
        <a:ea typeface="+mn-ea"/>
        <a:cs typeface="+mn-cs"/>
      </a:defRPr>
    </a:lvl6pPr>
    <a:lvl7pPr marL="2555799" algn="l" defTabSz="851933" rtl="0" eaLnBrk="1" latinLnBrk="0" hangingPunct="1">
      <a:defRPr sz="1118" kern="1200">
        <a:solidFill>
          <a:schemeClr val="tx1"/>
        </a:solidFill>
        <a:latin typeface="+mn-lt"/>
        <a:ea typeface="+mn-ea"/>
        <a:cs typeface="+mn-cs"/>
      </a:defRPr>
    </a:lvl7pPr>
    <a:lvl8pPr marL="2981766" algn="l" defTabSz="851933" rtl="0" eaLnBrk="1" latinLnBrk="0" hangingPunct="1">
      <a:defRPr sz="1118" kern="1200">
        <a:solidFill>
          <a:schemeClr val="tx1"/>
        </a:solidFill>
        <a:latin typeface="+mn-lt"/>
        <a:ea typeface="+mn-ea"/>
        <a:cs typeface="+mn-cs"/>
      </a:defRPr>
    </a:lvl8pPr>
    <a:lvl9pPr marL="3407732" algn="l" defTabSz="851933" rtl="0" eaLnBrk="1" latinLnBrk="0" hangingPunct="1">
      <a:defRPr sz="111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8505" y="1502459"/>
            <a:ext cx="4743054" cy="3196179"/>
          </a:xfrm>
        </p:spPr>
        <p:txBody>
          <a:bodyPr anchor="b"/>
          <a:lstStyle>
            <a:lvl1pPr algn="ctr">
              <a:defRPr sz="366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97508" y="4821895"/>
            <a:ext cx="4185047" cy="2216498"/>
          </a:xfrm>
        </p:spPr>
        <p:txBody>
          <a:bodyPr/>
          <a:lstStyle>
            <a:lvl1pPr marL="0" indent="0" algn="ctr">
              <a:buNone/>
              <a:defRPr sz="1464"/>
            </a:lvl1pPr>
            <a:lvl2pPr marL="278983" indent="0" algn="ctr">
              <a:buNone/>
              <a:defRPr sz="1220"/>
            </a:lvl2pPr>
            <a:lvl3pPr marL="557967" indent="0" algn="ctr">
              <a:buNone/>
              <a:defRPr sz="1098"/>
            </a:lvl3pPr>
            <a:lvl4pPr marL="836950" indent="0" algn="ctr">
              <a:buNone/>
              <a:defRPr sz="976"/>
            </a:lvl4pPr>
            <a:lvl5pPr marL="1115934" indent="0" algn="ctr">
              <a:buNone/>
              <a:defRPr sz="976"/>
            </a:lvl5pPr>
            <a:lvl6pPr marL="1394917" indent="0" algn="ctr">
              <a:buNone/>
              <a:defRPr sz="976"/>
            </a:lvl6pPr>
            <a:lvl7pPr marL="1673901" indent="0" algn="ctr">
              <a:buNone/>
              <a:defRPr sz="976"/>
            </a:lvl7pPr>
            <a:lvl8pPr marL="1952884" indent="0" algn="ctr">
              <a:buNone/>
              <a:defRPr sz="976"/>
            </a:lvl8pPr>
            <a:lvl9pPr marL="2231868" indent="0" algn="ctr">
              <a:buNone/>
              <a:defRPr sz="976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240D-CD7D-0147-AFDB-B56ED61B1864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61DE8-9FF9-CF4D-83E4-7F79598EDE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5298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240D-CD7D-0147-AFDB-B56ED61B1864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61DE8-9FF9-CF4D-83E4-7F79598EDE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73153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724" y="2288755"/>
            <a:ext cx="4812804" cy="3818838"/>
          </a:xfrm>
        </p:spPr>
        <p:txBody>
          <a:bodyPr anchor="b"/>
          <a:lstStyle>
            <a:lvl1pPr>
              <a:defRPr sz="366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724" y="6143721"/>
            <a:ext cx="4812804" cy="2008237"/>
          </a:xfrm>
        </p:spPr>
        <p:txBody>
          <a:bodyPr/>
          <a:lstStyle>
            <a:lvl1pPr marL="0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1pPr>
            <a:lvl2pPr marL="278983" indent="0">
              <a:buNone/>
              <a:defRPr sz="1220">
                <a:solidFill>
                  <a:schemeClr val="tx1">
                    <a:tint val="82000"/>
                  </a:schemeClr>
                </a:solidFill>
              </a:defRPr>
            </a:lvl2pPr>
            <a:lvl3pPr marL="557967" indent="0">
              <a:buNone/>
              <a:defRPr sz="1098">
                <a:solidFill>
                  <a:schemeClr val="tx1">
                    <a:tint val="82000"/>
                  </a:schemeClr>
                </a:solidFill>
              </a:defRPr>
            </a:lvl3pPr>
            <a:lvl4pPr marL="836950" indent="0">
              <a:buNone/>
              <a:defRPr sz="976">
                <a:solidFill>
                  <a:schemeClr val="tx1">
                    <a:tint val="82000"/>
                  </a:schemeClr>
                </a:solidFill>
              </a:defRPr>
            </a:lvl4pPr>
            <a:lvl5pPr marL="1115934" indent="0">
              <a:buNone/>
              <a:defRPr sz="976">
                <a:solidFill>
                  <a:schemeClr val="tx1">
                    <a:tint val="82000"/>
                  </a:schemeClr>
                </a:solidFill>
              </a:defRPr>
            </a:lvl5pPr>
            <a:lvl6pPr marL="1394917" indent="0">
              <a:buNone/>
              <a:defRPr sz="976">
                <a:solidFill>
                  <a:schemeClr val="tx1">
                    <a:tint val="82000"/>
                  </a:schemeClr>
                </a:solidFill>
              </a:defRPr>
            </a:lvl6pPr>
            <a:lvl7pPr marL="1673901" indent="0">
              <a:buNone/>
              <a:defRPr sz="976">
                <a:solidFill>
                  <a:schemeClr val="tx1">
                    <a:tint val="82000"/>
                  </a:schemeClr>
                </a:solidFill>
              </a:defRPr>
            </a:lvl7pPr>
            <a:lvl8pPr marL="1952884" indent="0">
              <a:buNone/>
              <a:defRPr sz="976">
                <a:solidFill>
                  <a:schemeClr val="tx1">
                    <a:tint val="82000"/>
                  </a:schemeClr>
                </a:solidFill>
              </a:defRPr>
            </a:lvl8pPr>
            <a:lvl9pPr marL="2231868" indent="0">
              <a:buNone/>
              <a:defRPr sz="97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240D-CD7D-0147-AFDB-B56ED61B1864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61DE8-9FF9-CF4D-83E4-7F79598EDE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6901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3629" y="2443887"/>
            <a:ext cx="2371527" cy="582495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24907" y="2443887"/>
            <a:ext cx="2371527" cy="582495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240D-CD7D-0147-AFDB-B56ED61B1864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61DE8-9FF9-CF4D-83E4-7F79598EDE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60177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356" y="488779"/>
            <a:ext cx="4812804" cy="177447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4357" y="2250501"/>
            <a:ext cx="2360628" cy="1102936"/>
          </a:xfrm>
        </p:spPr>
        <p:txBody>
          <a:bodyPr anchor="b"/>
          <a:lstStyle>
            <a:lvl1pPr marL="0" indent="0">
              <a:buNone/>
              <a:defRPr sz="1464" b="1"/>
            </a:lvl1pPr>
            <a:lvl2pPr marL="278983" indent="0">
              <a:buNone/>
              <a:defRPr sz="1220" b="1"/>
            </a:lvl2pPr>
            <a:lvl3pPr marL="557967" indent="0">
              <a:buNone/>
              <a:defRPr sz="1098" b="1"/>
            </a:lvl3pPr>
            <a:lvl4pPr marL="836950" indent="0">
              <a:buNone/>
              <a:defRPr sz="976" b="1"/>
            </a:lvl4pPr>
            <a:lvl5pPr marL="1115934" indent="0">
              <a:buNone/>
              <a:defRPr sz="976" b="1"/>
            </a:lvl5pPr>
            <a:lvl6pPr marL="1394917" indent="0">
              <a:buNone/>
              <a:defRPr sz="976" b="1"/>
            </a:lvl6pPr>
            <a:lvl7pPr marL="1673901" indent="0">
              <a:buNone/>
              <a:defRPr sz="976" b="1"/>
            </a:lvl7pPr>
            <a:lvl8pPr marL="1952884" indent="0">
              <a:buNone/>
              <a:defRPr sz="976" b="1"/>
            </a:lvl8pPr>
            <a:lvl9pPr marL="2231868" indent="0">
              <a:buNone/>
              <a:defRPr sz="97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4357" y="3353438"/>
            <a:ext cx="2360628" cy="49324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824907" y="2250501"/>
            <a:ext cx="2372254" cy="1102936"/>
          </a:xfrm>
        </p:spPr>
        <p:txBody>
          <a:bodyPr anchor="b"/>
          <a:lstStyle>
            <a:lvl1pPr marL="0" indent="0">
              <a:buNone/>
              <a:defRPr sz="1464" b="1"/>
            </a:lvl1pPr>
            <a:lvl2pPr marL="278983" indent="0">
              <a:buNone/>
              <a:defRPr sz="1220" b="1"/>
            </a:lvl2pPr>
            <a:lvl3pPr marL="557967" indent="0">
              <a:buNone/>
              <a:defRPr sz="1098" b="1"/>
            </a:lvl3pPr>
            <a:lvl4pPr marL="836950" indent="0">
              <a:buNone/>
              <a:defRPr sz="976" b="1"/>
            </a:lvl4pPr>
            <a:lvl5pPr marL="1115934" indent="0">
              <a:buNone/>
              <a:defRPr sz="976" b="1"/>
            </a:lvl5pPr>
            <a:lvl6pPr marL="1394917" indent="0">
              <a:buNone/>
              <a:defRPr sz="976" b="1"/>
            </a:lvl6pPr>
            <a:lvl7pPr marL="1673901" indent="0">
              <a:buNone/>
              <a:defRPr sz="976" b="1"/>
            </a:lvl7pPr>
            <a:lvl8pPr marL="1952884" indent="0">
              <a:buNone/>
              <a:defRPr sz="976" b="1"/>
            </a:lvl8pPr>
            <a:lvl9pPr marL="2231868" indent="0">
              <a:buNone/>
              <a:defRPr sz="97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824907" y="3353438"/>
            <a:ext cx="2372254" cy="49324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240D-CD7D-0147-AFDB-B56ED61B1864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61DE8-9FF9-CF4D-83E4-7F79598EDE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804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240D-CD7D-0147-AFDB-B56ED61B1864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61DE8-9FF9-CF4D-83E4-7F79598EDE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05494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240D-CD7D-0147-AFDB-B56ED61B1864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61DE8-9FF9-CF4D-83E4-7F79598EDE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09464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356" y="612034"/>
            <a:ext cx="1799716" cy="2142120"/>
          </a:xfrm>
        </p:spPr>
        <p:txBody>
          <a:bodyPr anchor="b"/>
          <a:lstStyle>
            <a:lvl1pPr>
              <a:defRPr sz="195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72254" y="1321826"/>
            <a:ext cx="2824907" cy="6524115"/>
          </a:xfrm>
        </p:spPr>
        <p:txBody>
          <a:bodyPr/>
          <a:lstStyle>
            <a:lvl1pPr>
              <a:defRPr sz="1953"/>
            </a:lvl1pPr>
            <a:lvl2pPr>
              <a:defRPr sz="1709"/>
            </a:lvl2pPr>
            <a:lvl3pPr>
              <a:defRPr sz="1464"/>
            </a:lvl3pPr>
            <a:lvl4pPr>
              <a:defRPr sz="1220"/>
            </a:lvl4pPr>
            <a:lvl5pPr>
              <a:defRPr sz="1220"/>
            </a:lvl5pPr>
            <a:lvl6pPr>
              <a:defRPr sz="1220"/>
            </a:lvl6pPr>
            <a:lvl7pPr>
              <a:defRPr sz="1220"/>
            </a:lvl7pPr>
            <a:lvl8pPr>
              <a:defRPr sz="1220"/>
            </a:lvl8pPr>
            <a:lvl9pPr>
              <a:defRPr sz="122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4356" y="2754154"/>
            <a:ext cx="1799716" cy="5102411"/>
          </a:xfrm>
        </p:spPr>
        <p:txBody>
          <a:bodyPr/>
          <a:lstStyle>
            <a:lvl1pPr marL="0" indent="0">
              <a:buNone/>
              <a:defRPr sz="976"/>
            </a:lvl1pPr>
            <a:lvl2pPr marL="278983" indent="0">
              <a:buNone/>
              <a:defRPr sz="854"/>
            </a:lvl2pPr>
            <a:lvl3pPr marL="557967" indent="0">
              <a:buNone/>
              <a:defRPr sz="732"/>
            </a:lvl3pPr>
            <a:lvl4pPr marL="836950" indent="0">
              <a:buNone/>
              <a:defRPr sz="610"/>
            </a:lvl4pPr>
            <a:lvl5pPr marL="1115934" indent="0">
              <a:buNone/>
              <a:defRPr sz="610"/>
            </a:lvl5pPr>
            <a:lvl6pPr marL="1394917" indent="0">
              <a:buNone/>
              <a:defRPr sz="610"/>
            </a:lvl6pPr>
            <a:lvl7pPr marL="1673901" indent="0">
              <a:buNone/>
              <a:defRPr sz="610"/>
            </a:lvl7pPr>
            <a:lvl8pPr marL="1952884" indent="0">
              <a:buNone/>
              <a:defRPr sz="610"/>
            </a:lvl8pPr>
            <a:lvl9pPr marL="2231868" indent="0">
              <a:buNone/>
              <a:defRPr sz="61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240D-CD7D-0147-AFDB-B56ED61B1864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61DE8-9FF9-CF4D-83E4-7F79598EDE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5486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356" y="612034"/>
            <a:ext cx="1799716" cy="2142120"/>
          </a:xfrm>
        </p:spPr>
        <p:txBody>
          <a:bodyPr anchor="b"/>
          <a:lstStyle>
            <a:lvl1pPr>
              <a:defRPr sz="195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72254" y="1321826"/>
            <a:ext cx="2824907" cy="6524115"/>
          </a:xfrm>
        </p:spPr>
        <p:txBody>
          <a:bodyPr anchor="t"/>
          <a:lstStyle>
            <a:lvl1pPr marL="0" indent="0">
              <a:buNone/>
              <a:defRPr sz="1953"/>
            </a:lvl1pPr>
            <a:lvl2pPr marL="278983" indent="0">
              <a:buNone/>
              <a:defRPr sz="1709"/>
            </a:lvl2pPr>
            <a:lvl3pPr marL="557967" indent="0">
              <a:buNone/>
              <a:defRPr sz="1464"/>
            </a:lvl3pPr>
            <a:lvl4pPr marL="836950" indent="0">
              <a:buNone/>
              <a:defRPr sz="1220"/>
            </a:lvl4pPr>
            <a:lvl5pPr marL="1115934" indent="0">
              <a:buNone/>
              <a:defRPr sz="1220"/>
            </a:lvl5pPr>
            <a:lvl6pPr marL="1394917" indent="0">
              <a:buNone/>
              <a:defRPr sz="1220"/>
            </a:lvl6pPr>
            <a:lvl7pPr marL="1673901" indent="0">
              <a:buNone/>
              <a:defRPr sz="1220"/>
            </a:lvl7pPr>
            <a:lvl8pPr marL="1952884" indent="0">
              <a:buNone/>
              <a:defRPr sz="1220"/>
            </a:lvl8pPr>
            <a:lvl9pPr marL="2231868" indent="0">
              <a:buNone/>
              <a:defRPr sz="122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4356" y="2754154"/>
            <a:ext cx="1799716" cy="5102411"/>
          </a:xfrm>
        </p:spPr>
        <p:txBody>
          <a:bodyPr/>
          <a:lstStyle>
            <a:lvl1pPr marL="0" indent="0">
              <a:buNone/>
              <a:defRPr sz="976"/>
            </a:lvl1pPr>
            <a:lvl2pPr marL="278983" indent="0">
              <a:buNone/>
              <a:defRPr sz="854"/>
            </a:lvl2pPr>
            <a:lvl3pPr marL="557967" indent="0">
              <a:buNone/>
              <a:defRPr sz="732"/>
            </a:lvl3pPr>
            <a:lvl4pPr marL="836950" indent="0">
              <a:buNone/>
              <a:defRPr sz="610"/>
            </a:lvl4pPr>
            <a:lvl5pPr marL="1115934" indent="0">
              <a:buNone/>
              <a:defRPr sz="610"/>
            </a:lvl5pPr>
            <a:lvl6pPr marL="1394917" indent="0">
              <a:buNone/>
              <a:defRPr sz="610"/>
            </a:lvl6pPr>
            <a:lvl7pPr marL="1673901" indent="0">
              <a:buNone/>
              <a:defRPr sz="610"/>
            </a:lvl7pPr>
            <a:lvl8pPr marL="1952884" indent="0">
              <a:buNone/>
              <a:defRPr sz="610"/>
            </a:lvl8pPr>
            <a:lvl9pPr marL="2231868" indent="0">
              <a:buNone/>
              <a:defRPr sz="61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240D-CD7D-0147-AFDB-B56ED61B1864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61DE8-9FF9-CF4D-83E4-7F79598EDE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3196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240D-CD7D-0147-AFDB-B56ED61B1864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61DE8-9FF9-CF4D-83E4-7F79598EDE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0637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993233" y="488778"/>
            <a:ext cx="1203201" cy="77800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3630" y="488778"/>
            <a:ext cx="3539852" cy="778006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240D-CD7D-0147-AFDB-B56ED61B1864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61DE8-9FF9-CF4D-83E4-7F79598EDE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3050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3630" y="488779"/>
            <a:ext cx="4812804" cy="17744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3630" y="2443887"/>
            <a:ext cx="4812804" cy="5824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3629" y="8508978"/>
            <a:ext cx="1255514" cy="4887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3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44240D-CD7D-0147-AFDB-B56ED61B1864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848396" y="8508978"/>
            <a:ext cx="1883271" cy="4887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3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40920" y="8508978"/>
            <a:ext cx="1255514" cy="4887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3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61DE8-9FF9-CF4D-83E4-7F79598EDE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7966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l" defTabSz="557967" rtl="0" eaLnBrk="1" latinLnBrk="0" hangingPunct="1">
        <a:lnSpc>
          <a:spcPct val="90000"/>
        </a:lnSpc>
        <a:spcBef>
          <a:spcPct val="0"/>
        </a:spcBef>
        <a:buNone/>
        <a:defRPr sz="268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9492" indent="-139492" algn="l" defTabSz="557967" rtl="0" eaLnBrk="1" latinLnBrk="0" hangingPunct="1">
        <a:lnSpc>
          <a:spcPct val="90000"/>
        </a:lnSpc>
        <a:spcBef>
          <a:spcPts val="610"/>
        </a:spcBef>
        <a:buFont typeface="Arial" panose="020B0604020202020204" pitchFamily="34" charset="0"/>
        <a:buChar char="•"/>
        <a:defRPr sz="1709" kern="1200">
          <a:solidFill>
            <a:schemeClr val="tx1"/>
          </a:solidFill>
          <a:latin typeface="+mn-lt"/>
          <a:ea typeface="+mn-ea"/>
          <a:cs typeface="+mn-cs"/>
        </a:defRPr>
      </a:lvl1pPr>
      <a:lvl2pPr marL="418475" indent="-139492" algn="l" defTabSz="557967" rtl="0" eaLnBrk="1" latinLnBrk="0" hangingPunct="1">
        <a:lnSpc>
          <a:spcPct val="90000"/>
        </a:lnSpc>
        <a:spcBef>
          <a:spcPts val="305"/>
        </a:spcBef>
        <a:buFont typeface="Arial" panose="020B0604020202020204" pitchFamily="34" charset="0"/>
        <a:buChar char="•"/>
        <a:defRPr sz="1464" kern="1200">
          <a:solidFill>
            <a:schemeClr val="tx1"/>
          </a:solidFill>
          <a:latin typeface="+mn-lt"/>
          <a:ea typeface="+mn-ea"/>
          <a:cs typeface="+mn-cs"/>
        </a:defRPr>
      </a:lvl2pPr>
      <a:lvl3pPr marL="697459" indent="-139492" algn="l" defTabSz="557967" rtl="0" eaLnBrk="1" latinLnBrk="0" hangingPunct="1">
        <a:lnSpc>
          <a:spcPct val="90000"/>
        </a:lnSpc>
        <a:spcBef>
          <a:spcPts val="305"/>
        </a:spcBef>
        <a:buFont typeface="Arial" panose="020B0604020202020204" pitchFamily="34" charset="0"/>
        <a:buChar char="•"/>
        <a:defRPr sz="1220" kern="1200">
          <a:solidFill>
            <a:schemeClr val="tx1"/>
          </a:solidFill>
          <a:latin typeface="+mn-lt"/>
          <a:ea typeface="+mn-ea"/>
          <a:cs typeface="+mn-cs"/>
        </a:defRPr>
      </a:lvl3pPr>
      <a:lvl4pPr marL="976442" indent="-139492" algn="l" defTabSz="557967" rtl="0" eaLnBrk="1" latinLnBrk="0" hangingPunct="1">
        <a:lnSpc>
          <a:spcPct val="90000"/>
        </a:lnSpc>
        <a:spcBef>
          <a:spcPts val="305"/>
        </a:spcBef>
        <a:buFont typeface="Arial" panose="020B0604020202020204" pitchFamily="34" charset="0"/>
        <a:buChar char="•"/>
        <a:defRPr sz="1098" kern="1200">
          <a:solidFill>
            <a:schemeClr val="tx1"/>
          </a:solidFill>
          <a:latin typeface="+mn-lt"/>
          <a:ea typeface="+mn-ea"/>
          <a:cs typeface="+mn-cs"/>
        </a:defRPr>
      </a:lvl4pPr>
      <a:lvl5pPr marL="1255425" indent="-139492" algn="l" defTabSz="557967" rtl="0" eaLnBrk="1" latinLnBrk="0" hangingPunct="1">
        <a:lnSpc>
          <a:spcPct val="90000"/>
        </a:lnSpc>
        <a:spcBef>
          <a:spcPts val="305"/>
        </a:spcBef>
        <a:buFont typeface="Arial" panose="020B0604020202020204" pitchFamily="34" charset="0"/>
        <a:buChar char="•"/>
        <a:defRPr sz="1098" kern="1200">
          <a:solidFill>
            <a:schemeClr val="tx1"/>
          </a:solidFill>
          <a:latin typeface="+mn-lt"/>
          <a:ea typeface="+mn-ea"/>
          <a:cs typeface="+mn-cs"/>
        </a:defRPr>
      </a:lvl5pPr>
      <a:lvl6pPr marL="1534409" indent="-139492" algn="l" defTabSz="557967" rtl="0" eaLnBrk="1" latinLnBrk="0" hangingPunct="1">
        <a:lnSpc>
          <a:spcPct val="90000"/>
        </a:lnSpc>
        <a:spcBef>
          <a:spcPts val="305"/>
        </a:spcBef>
        <a:buFont typeface="Arial" panose="020B0604020202020204" pitchFamily="34" charset="0"/>
        <a:buChar char="•"/>
        <a:defRPr sz="1098" kern="1200">
          <a:solidFill>
            <a:schemeClr val="tx1"/>
          </a:solidFill>
          <a:latin typeface="+mn-lt"/>
          <a:ea typeface="+mn-ea"/>
          <a:cs typeface="+mn-cs"/>
        </a:defRPr>
      </a:lvl6pPr>
      <a:lvl7pPr marL="1813392" indent="-139492" algn="l" defTabSz="557967" rtl="0" eaLnBrk="1" latinLnBrk="0" hangingPunct="1">
        <a:lnSpc>
          <a:spcPct val="90000"/>
        </a:lnSpc>
        <a:spcBef>
          <a:spcPts val="305"/>
        </a:spcBef>
        <a:buFont typeface="Arial" panose="020B0604020202020204" pitchFamily="34" charset="0"/>
        <a:buChar char="•"/>
        <a:defRPr sz="1098" kern="1200">
          <a:solidFill>
            <a:schemeClr val="tx1"/>
          </a:solidFill>
          <a:latin typeface="+mn-lt"/>
          <a:ea typeface="+mn-ea"/>
          <a:cs typeface="+mn-cs"/>
        </a:defRPr>
      </a:lvl7pPr>
      <a:lvl8pPr marL="2092376" indent="-139492" algn="l" defTabSz="557967" rtl="0" eaLnBrk="1" latinLnBrk="0" hangingPunct="1">
        <a:lnSpc>
          <a:spcPct val="90000"/>
        </a:lnSpc>
        <a:spcBef>
          <a:spcPts val="305"/>
        </a:spcBef>
        <a:buFont typeface="Arial" panose="020B0604020202020204" pitchFamily="34" charset="0"/>
        <a:buChar char="•"/>
        <a:defRPr sz="1098" kern="1200">
          <a:solidFill>
            <a:schemeClr val="tx1"/>
          </a:solidFill>
          <a:latin typeface="+mn-lt"/>
          <a:ea typeface="+mn-ea"/>
          <a:cs typeface="+mn-cs"/>
        </a:defRPr>
      </a:lvl8pPr>
      <a:lvl9pPr marL="2371359" indent="-139492" algn="l" defTabSz="557967" rtl="0" eaLnBrk="1" latinLnBrk="0" hangingPunct="1">
        <a:lnSpc>
          <a:spcPct val="90000"/>
        </a:lnSpc>
        <a:spcBef>
          <a:spcPts val="305"/>
        </a:spcBef>
        <a:buFont typeface="Arial" panose="020B0604020202020204" pitchFamily="34" charset="0"/>
        <a:buChar char="•"/>
        <a:defRPr sz="109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57967" rtl="0" eaLnBrk="1" latinLnBrk="0" hangingPunct="1">
        <a:defRPr sz="1098" kern="1200">
          <a:solidFill>
            <a:schemeClr val="tx1"/>
          </a:solidFill>
          <a:latin typeface="+mn-lt"/>
          <a:ea typeface="+mn-ea"/>
          <a:cs typeface="+mn-cs"/>
        </a:defRPr>
      </a:lvl1pPr>
      <a:lvl2pPr marL="278983" algn="l" defTabSz="557967" rtl="0" eaLnBrk="1" latinLnBrk="0" hangingPunct="1">
        <a:defRPr sz="1098" kern="1200">
          <a:solidFill>
            <a:schemeClr val="tx1"/>
          </a:solidFill>
          <a:latin typeface="+mn-lt"/>
          <a:ea typeface="+mn-ea"/>
          <a:cs typeface="+mn-cs"/>
        </a:defRPr>
      </a:lvl2pPr>
      <a:lvl3pPr marL="557967" algn="l" defTabSz="557967" rtl="0" eaLnBrk="1" latinLnBrk="0" hangingPunct="1">
        <a:defRPr sz="1098" kern="1200">
          <a:solidFill>
            <a:schemeClr val="tx1"/>
          </a:solidFill>
          <a:latin typeface="+mn-lt"/>
          <a:ea typeface="+mn-ea"/>
          <a:cs typeface="+mn-cs"/>
        </a:defRPr>
      </a:lvl3pPr>
      <a:lvl4pPr marL="836950" algn="l" defTabSz="557967" rtl="0" eaLnBrk="1" latinLnBrk="0" hangingPunct="1">
        <a:defRPr sz="1098" kern="1200">
          <a:solidFill>
            <a:schemeClr val="tx1"/>
          </a:solidFill>
          <a:latin typeface="+mn-lt"/>
          <a:ea typeface="+mn-ea"/>
          <a:cs typeface="+mn-cs"/>
        </a:defRPr>
      </a:lvl4pPr>
      <a:lvl5pPr marL="1115934" algn="l" defTabSz="557967" rtl="0" eaLnBrk="1" latinLnBrk="0" hangingPunct="1">
        <a:defRPr sz="1098" kern="1200">
          <a:solidFill>
            <a:schemeClr val="tx1"/>
          </a:solidFill>
          <a:latin typeface="+mn-lt"/>
          <a:ea typeface="+mn-ea"/>
          <a:cs typeface="+mn-cs"/>
        </a:defRPr>
      </a:lvl5pPr>
      <a:lvl6pPr marL="1394917" algn="l" defTabSz="557967" rtl="0" eaLnBrk="1" latinLnBrk="0" hangingPunct="1">
        <a:defRPr sz="1098" kern="1200">
          <a:solidFill>
            <a:schemeClr val="tx1"/>
          </a:solidFill>
          <a:latin typeface="+mn-lt"/>
          <a:ea typeface="+mn-ea"/>
          <a:cs typeface="+mn-cs"/>
        </a:defRPr>
      </a:lvl6pPr>
      <a:lvl7pPr marL="1673901" algn="l" defTabSz="557967" rtl="0" eaLnBrk="1" latinLnBrk="0" hangingPunct="1">
        <a:defRPr sz="1098" kern="1200">
          <a:solidFill>
            <a:schemeClr val="tx1"/>
          </a:solidFill>
          <a:latin typeface="+mn-lt"/>
          <a:ea typeface="+mn-ea"/>
          <a:cs typeface="+mn-cs"/>
        </a:defRPr>
      </a:lvl7pPr>
      <a:lvl8pPr marL="1952884" algn="l" defTabSz="557967" rtl="0" eaLnBrk="1" latinLnBrk="0" hangingPunct="1">
        <a:defRPr sz="1098" kern="1200">
          <a:solidFill>
            <a:schemeClr val="tx1"/>
          </a:solidFill>
          <a:latin typeface="+mn-lt"/>
          <a:ea typeface="+mn-ea"/>
          <a:cs typeface="+mn-cs"/>
        </a:defRPr>
      </a:lvl8pPr>
      <a:lvl9pPr marL="2231868" algn="l" defTabSz="557967" rtl="0" eaLnBrk="1" latinLnBrk="0" hangingPunct="1">
        <a:defRPr sz="10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2F5E2ED-0D6E-0AAD-A00A-6BC947DCB6A7}"/>
              </a:ext>
            </a:extLst>
          </p:cNvPr>
          <p:cNvSpPr txBox="1"/>
          <p:nvPr/>
        </p:nvSpPr>
        <p:spPr>
          <a:xfrm>
            <a:off x="355320" y="630340"/>
            <a:ext cx="2160000" cy="461665"/>
          </a:xfrm>
          <a:prstGeom prst="rect">
            <a:avLst/>
          </a:prstGeom>
          <a:solidFill>
            <a:srgbClr val="C2F1C8"/>
          </a:solidFill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Helvetica" pitchFamily="2" charset="0"/>
              </a:rPr>
              <a:t>File: </a:t>
            </a:r>
            <a:r>
              <a:rPr lang="en-GB" sz="800" dirty="0" err="1">
                <a:latin typeface="Helvetica" pitchFamily="2" charset="0"/>
              </a:rPr>
              <a:t>annotations.json</a:t>
            </a:r>
            <a:endParaRPr lang="en-GB" sz="800" dirty="0">
              <a:latin typeface="Helvetica" pitchFamily="2" charset="0"/>
            </a:endParaRPr>
          </a:p>
          <a:p>
            <a:r>
              <a:rPr lang="en-GB" sz="800" dirty="0">
                <a:latin typeface="Helvetica" pitchFamily="2" charset="0"/>
              </a:rPr>
              <a:t>Source: Open Tree of Life 16.1</a:t>
            </a:r>
          </a:p>
          <a:p>
            <a:r>
              <a:rPr lang="en-GB" sz="800" dirty="0">
                <a:latin typeface="Helvetica" pitchFamily="2" charset="0"/>
              </a:rPr>
              <a:t>Data: Nodes supported by phylogeny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370F9-7BED-A592-85E7-E9022330F885}"/>
              </a:ext>
            </a:extLst>
          </p:cNvPr>
          <p:cNvSpPr txBox="1"/>
          <p:nvPr/>
        </p:nvSpPr>
        <p:spPr>
          <a:xfrm>
            <a:off x="355320" y="118621"/>
            <a:ext cx="2160000" cy="461665"/>
          </a:xfrm>
          <a:prstGeom prst="rect">
            <a:avLst/>
          </a:prstGeom>
          <a:solidFill>
            <a:srgbClr val="C2F1C8"/>
          </a:solidFill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Helvetica" pitchFamily="2" charset="0"/>
              </a:rPr>
              <a:t>File: </a:t>
            </a:r>
            <a:r>
              <a:rPr lang="en-GB" sz="800" dirty="0" err="1">
                <a:latin typeface="Helvetica" pitchFamily="2" charset="0"/>
              </a:rPr>
              <a:t>taxonomy.tsv</a:t>
            </a:r>
            <a:endParaRPr lang="en-GB" sz="800" dirty="0">
              <a:latin typeface="Helvetica" pitchFamily="2" charset="0"/>
            </a:endParaRPr>
          </a:p>
          <a:p>
            <a:r>
              <a:rPr lang="en-GB" sz="800" dirty="0">
                <a:latin typeface="Helvetica" pitchFamily="2" charset="0"/>
              </a:rPr>
              <a:t>Source: Open Tree Taxonomy 3.7.3</a:t>
            </a:r>
          </a:p>
          <a:p>
            <a:r>
              <a:rPr lang="en-GB" sz="800" dirty="0">
                <a:latin typeface="Helvetica" pitchFamily="2" charset="0"/>
              </a:rPr>
              <a:t>Data: Taxonomic ranks, extinct flags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3C93D9-ECB4-3FDF-5527-A4B11095AD01}"/>
              </a:ext>
            </a:extLst>
          </p:cNvPr>
          <p:cNvSpPr txBox="1"/>
          <p:nvPr/>
        </p:nvSpPr>
        <p:spPr>
          <a:xfrm>
            <a:off x="355320" y="1148933"/>
            <a:ext cx="2160000" cy="461665"/>
          </a:xfrm>
          <a:prstGeom prst="rect">
            <a:avLst/>
          </a:prstGeom>
          <a:solidFill>
            <a:srgbClr val="C2F1C8"/>
          </a:solidFill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Helvetica" pitchFamily="2" charset="0"/>
              </a:rPr>
              <a:t>File: </a:t>
            </a:r>
            <a:r>
              <a:rPr lang="en-GB" sz="800" dirty="0" err="1">
                <a:latin typeface="Helvetica" pitchFamily="2" charset="0"/>
              </a:rPr>
              <a:t>labelled_supertree_ottnames.tre</a:t>
            </a:r>
            <a:endParaRPr lang="en-GB" sz="800" dirty="0">
              <a:latin typeface="Helvetica" pitchFamily="2" charset="0"/>
            </a:endParaRPr>
          </a:p>
          <a:p>
            <a:r>
              <a:rPr lang="en-GB" sz="800" dirty="0">
                <a:latin typeface="Helvetica" pitchFamily="2" charset="0"/>
              </a:rPr>
              <a:t>Source: Open Tree of Life 16.1</a:t>
            </a:r>
          </a:p>
          <a:p>
            <a:r>
              <a:rPr lang="en-GB" sz="800" dirty="0">
                <a:latin typeface="Helvetica" pitchFamily="2" charset="0"/>
              </a:rPr>
              <a:t>Data: </a:t>
            </a:r>
            <a:r>
              <a:rPr lang="en-GB" sz="800" dirty="0" err="1">
                <a:latin typeface="Helvetica" pitchFamily="2" charset="0"/>
              </a:rPr>
              <a:t>Newick</a:t>
            </a:r>
            <a:r>
              <a:rPr lang="en-GB" sz="800" dirty="0">
                <a:latin typeface="Helvetica" pitchFamily="2" charset="0"/>
              </a:rPr>
              <a:t>-format tree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B00A36-F6D2-444B-72FA-F05718469177}"/>
              </a:ext>
            </a:extLst>
          </p:cNvPr>
          <p:cNvSpPr txBox="1"/>
          <p:nvPr/>
        </p:nvSpPr>
        <p:spPr>
          <a:xfrm>
            <a:off x="3099876" y="625926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tree_loading.load_metadata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2490BF-42E9-7C3C-366F-093997406D03}"/>
              </a:ext>
            </a:extLst>
          </p:cNvPr>
          <p:cNvSpPr txBox="1"/>
          <p:nvPr/>
        </p:nvSpPr>
        <p:spPr>
          <a:xfrm>
            <a:off x="3099876" y="1154210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tree_loading.build_and_annotate_tree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667B09-AD5B-6838-5DBE-892CD5F742DD}"/>
              </a:ext>
            </a:extLst>
          </p:cNvPr>
          <p:cNvSpPr txBox="1"/>
          <p:nvPr/>
        </p:nvSpPr>
        <p:spPr>
          <a:xfrm>
            <a:off x="3099876" y="3269697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tree_labelling.add_ancestral_ranks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77FF21-00B3-4DE4-E939-BC0BC3630CCB}"/>
              </a:ext>
            </a:extLst>
          </p:cNvPr>
          <p:cNvSpPr txBox="1"/>
          <p:nvPr/>
        </p:nvSpPr>
        <p:spPr>
          <a:xfrm>
            <a:off x="3099876" y="3541602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tree_labelling.add_descendant_ranks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2D6261-00DB-3733-EFD1-AFF455F65601}"/>
              </a:ext>
            </a:extLst>
          </p:cNvPr>
          <p:cNvSpPr txBox="1"/>
          <p:nvPr/>
        </p:nvSpPr>
        <p:spPr>
          <a:xfrm>
            <a:off x="3099876" y="2174072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tree_pruning.strip_birds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84690D-55A9-E782-7706-92724C0530CF}"/>
              </a:ext>
            </a:extLst>
          </p:cNvPr>
          <p:cNvSpPr txBox="1"/>
          <p:nvPr/>
        </p:nvSpPr>
        <p:spPr>
          <a:xfrm>
            <a:off x="355320" y="1929478"/>
            <a:ext cx="2160000" cy="461665"/>
          </a:xfrm>
          <a:prstGeom prst="rect">
            <a:avLst/>
          </a:prstGeom>
          <a:solidFill>
            <a:srgbClr val="C2F1C8"/>
          </a:solidFill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Helvetica" pitchFamily="2" charset="0"/>
              </a:rPr>
              <a:t>File: config/</a:t>
            </a:r>
            <a:r>
              <a:rPr lang="en-GB" sz="800" dirty="0" err="1">
                <a:latin typeface="Helvetica" pitchFamily="2" charset="0"/>
              </a:rPr>
              <a:t>birds.csv</a:t>
            </a:r>
            <a:endParaRPr lang="en-GB" sz="800" dirty="0">
              <a:latin typeface="Helvetica" pitchFamily="2" charset="0"/>
            </a:endParaRPr>
          </a:p>
          <a:p>
            <a:r>
              <a:rPr lang="en-GB" sz="800" dirty="0">
                <a:latin typeface="Helvetica" pitchFamily="2" charset="0"/>
              </a:rPr>
              <a:t>Source: McTavish </a:t>
            </a:r>
            <a:r>
              <a:rPr lang="en-GB" sz="800">
                <a:latin typeface="Helvetica" pitchFamily="2" charset="0"/>
              </a:rPr>
              <a:t>et al. </a:t>
            </a:r>
            <a:r>
              <a:rPr lang="en-GB" sz="800" dirty="0">
                <a:latin typeface="Helvetica" pitchFamily="2" charset="0"/>
              </a:rPr>
              <a:t>(2025); included Data: Checklist of bird species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6F7A4E-24AE-138B-A354-20638F58C83D}"/>
              </a:ext>
            </a:extLst>
          </p:cNvPr>
          <p:cNvSpPr txBox="1"/>
          <p:nvPr/>
        </p:nvSpPr>
        <p:spPr>
          <a:xfrm>
            <a:off x="3099876" y="2447632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tree_pruning.strip_turtles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A690E4-AF5E-35CF-46D9-298201F78571}"/>
              </a:ext>
            </a:extLst>
          </p:cNvPr>
          <p:cNvSpPr txBox="1"/>
          <p:nvPr/>
        </p:nvSpPr>
        <p:spPr>
          <a:xfrm>
            <a:off x="3099876" y="2719537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tree_pruning.remove_subspecies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E30337-E8AD-0FCE-ED4C-EFE1161269D5}"/>
              </a:ext>
            </a:extLst>
          </p:cNvPr>
          <p:cNvSpPr txBox="1"/>
          <p:nvPr/>
        </p:nvSpPr>
        <p:spPr>
          <a:xfrm>
            <a:off x="3099876" y="2994617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tree_pruning.impute_species_into_empty_taxa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2F2EBF-D436-E03B-C71C-D5A0BDC77ABB}"/>
              </a:ext>
            </a:extLst>
          </p:cNvPr>
          <p:cNvSpPr txBox="1"/>
          <p:nvPr/>
        </p:nvSpPr>
        <p:spPr>
          <a:xfrm>
            <a:off x="3099271" y="3813508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tree_labelling.fix_taxonomy_ordering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E2056B-4076-B253-DF2A-ABEE7976B7A0}"/>
              </a:ext>
            </a:extLst>
          </p:cNvPr>
          <p:cNvSpPr txBox="1"/>
          <p:nvPr/>
        </p:nvSpPr>
        <p:spPr>
          <a:xfrm>
            <a:off x="3099271" y="4549527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tree_topology.forced_taxa_moves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461955-C0B8-FBC6-6D54-5D57B35AAA19}"/>
              </a:ext>
            </a:extLst>
          </p:cNvPr>
          <p:cNvSpPr txBox="1"/>
          <p:nvPr/>
        </p:nvSpPr>
        <p:spPr>
          <a:xfrm>
            <a:off x="-4339872" y="759003"/>
            <a:ext cx="14904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colour by included / external data?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BA34554-977C-1995-A90E-92DD0DDDF45B}"/>
              </a:ext>
            </a:extLst>
          </p:cNvPr>
          <p:cNvSpPr txBox="1"/>
          <p:nvPr/>
        </p:nvSpPr>
        <p:spPr>
          <a:xfrm>
            <a:off x="355320" y="2436080"/>
            <a:ext cx="2160000" cy="461665"/>
          </a:xfrm>
          <a:prstGeom prst="rect">
            <a:avLst/>
          </a:prstGeom>
          <a:solidFill>
            <a:srgbClr val="C2F1C8"/>
          </a:solidFill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Helvetica" pitchFamily="2" charset="0"/>
              </a:rPr>
              <a:t>File: config/</a:t>
            </a:r>
            <a:r>
              <a:rPr lang="en-GB" sz="800" dirty="0" err="1">
                <a:latin typeface="Helvetica" pitchFamily="2" charset="0"/>
              </a:rPr>
              <a:t>turtles.csv</a:t>
            </a:r>
            <a:endParaRPr lang="en-GB" sz="800" dirty="0">
              <a:latin typeface="Helvetica" pitchFamily="2" charset="0"/>
            </a:endParaRPr>
          </a:p>
          <a:p>
            <a:r>
              <a:rPr lang="en-GB" sz="800" dirty="0">
                <a:latin typeface="Helvetica" pitchFamily="2" charset="0"/>
              </a:rPr>
              <a:t>Source: Turtles of the World; included</a:t>
            </a:r>
          </a:p>
          <a:p>
            <a:r>
              <a:rPr lang="en-GB" sz="800" dirty="0">
                <a:latin typeface="Helvetica" pitchFamily="2" charset="0"/>
              </a:rPr>
              <a:t>Data: Checklist of turtle species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27B521-D86A-3697-0B43-1F9EA6A8CA4E}"/>
              </a:ext>
            </a:extLst>
          </p:cNvPr>
          <p:cNvSpPr txBox="1"/>
          <p:nvPr/>
        </p:nvSpPr>
        <p:spPr>
          <a:xfrm>
            <a:off x="3099876" y="1897726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tree_pruning.remove_based_on_props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FC70AE1-2943-51D3-03FD-8F1121EC18A4}"/>
              </a:ext>
            </a:extLst>
          </p:cNvPr>
          <p:cNvSpPr txBox="1"/>
          <p:nvPr/>
        </p:nvSpPr>
        <p:spPr>
          <a:xfrm>
            <a:off x="360882" y="3476495"/>
            <a:ext cx="2160000" cy="584775"/>
          </a:xfrm>
          <a:prstGeom prst="rect">
            <a:avLst/>
          </a:prstGeom>
          <a:solidFill>
            <a:srgbClr val="C2F1C8"/>
          </a:solidFill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Helvetica" pitchFamily="2" charset="0"/>
              </a:rPr>
              <a:t>File: config/</a:t>
            </a:r>
            <a:r>
              <a:rPr lang="en-GB" sz="800" dirty="0" err="1">
                <a:latin typeface="Helvetica" pitchFamily="2" charset="0"/>
              </a:rPr>
              <a:t>taxonomy_fixes.csv</a:t>
            </a:r>
            <a:endParaRPr lang="en-GB" sz="800" dirty="0">
              <a:latin typeface="Helvetica" pitchFamily="2" charset="0"/>
            </a:endParaRPr>
          </a:p>
          <a:p>
            <a:r>
              <a:rPr lang="en-GB" sz="800" dirty="0">
                <a:latin typeface="Helvetica" pitchFamily="2" charset="0"/>
              </a:rPr>
              <a:t>Source: Included in package</a:t>
            </a:r>
          </a:p>
          <a:p>
            <a:r>
              <a:rPr lang="en-GB" sz="800" dirty="0">
                <a:latin typeface="Helvetica" pitchFamily="2" charset="0"/>
              </a:rPr>
              <a:t>Data: Taxa with rank labels inconsistent with taxonomic hierarchy 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29FE4BA-7FC1-96D3-1B42-246C4723E10A}"/>
              </a:ext>
            </a:extLst>
          </p:cNvPr>
          <p:cNvSpPr txBox="1"/>
          <p:nvPr/>
        </p:nvSpPr>
        <p:spPr>
          <a:xfrm>
            <a:off x="668439" y="5403550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tree_labelling.populate_genus_dict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AF76CF-57AE-725E-FC03-76EEF623F6B9}"/>
              </a:ext>
            </a:extLst>
          </p:cNvPr>
          <p:cNvSpPr txBox="1"/>
          <p:nvPr/>
        </p:nvSpPr>
        <p:spPr>
          <a:xfrm>
            <a:off x="3099271" y="5128397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tree_labelling.populate_tofix_dict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FB243EC-636B-58D0-B973-E6B8C735BA31}"/>
              </a:ext>
            </a:extLst>
          </p:cNvPr>
          <p:cNvSpPr txBox="1"/>
          <p:nvPr/>
        </p:nvSpPr>
        <p:spPr>
          <a:xfrm>
            <a:off x="668439" y="5675597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tree_topology.fix_polyphyly</a:t>
            </a:r>
            <a:r>
              <a:rPr lang="en-GB" sz="800" dirty="0">
                <a:latin typeface="Helvetica" pitchFamily="2" charset="0"/>
              </a:rPr>
              <a:t>(</a:t>
            </a:r>
            <a:r>
              <a:rPr lang="en-GB" sz="800" dirty="0" err="1">
                <a:latin typeface="Helvetica" pitchFamily="2" charset="0"/>
              </a:rPr>
              <a:t>genus_dict</a:t>
            </a:r>
            <a:r>
              <a:rPr lang="en-GB" sz="800" dirty="0">
                <a:latin typeface="Helvetica" pitchFamily="2" charset="0"/>
              </a:rPr>
              <a:t>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6B082EC-37E6-4A98-8992-CE430A617D7F}"/>
              </a:ext>
            </a:extLst>
          </p:cNvPr>
          <p:cNvSpPr txBox="1"/>
          <p:nvPr/>
        </p:nvSpPr>
        <p:spPr>
          <a:xfrm>
            <a:off x="668439" y="5949197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tree_fixing.fix_polyphyly</a:t>
            </a:r>
            <a:r>
              <a:rPr lang="en-GB" sz="800" dirty="0">
                <a:latin typeface="Helvetica" pitchFamily="2" charset="0"/>
              </a:rPr>
              <a:t>(</a:t>
            </a:r>
            <a:r>
              <a:rPr lang="en-GB" sz="800" dirty="0" err="1">
                <a:latin typeface="Helvetica" pitchFamily="2" charset="0"/>
              </a:rPr>
              <a:t>nmp_genera</a:t>
            </a:r>
            <a:r>
              <a:rPr lang="en-GB" sz="800" dirty="0">
                <a:latin typeface="Helvetica" pitchFamily="2" charset="0"/>
              </a:rPr>
              <a:t>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8BB0E6-A266-A342-4848-F52D890E0D54}"/>
              </a:ext>
            </a:extLst>
          </p:cNvPr>
          <p:cNvSpPr txBox="1"/>
          <p:nvPr/>
        </p:nvSpPr>
        <p:spPr>
          <a:xfrm>
            <a:off x="668439" y="6222797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tree_topology.remove_nonspecies_leaves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E78E4EE-876B-BD03-9AB2-54CFE692A01B}"/>
              </a:ext>
            </a:extLst>
          </p:cNvPr>
          <p:cNvSpPr txBox="1"/>
          <p:nvPr/>
        </p:nvSpPr>
        <p:spPr>
          <a:xfrm>
            <a:off x="3099271" y="5401997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tree_labelling.populate_tofix_bkb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779B2D8-78A7-E8EE-DE0C-664F4A9C3CCF}"/>
              </a:ext>
            </a:extLst>
          </p:cNvPr>
          <p:cNvSpPr txBox="1"/>
          <p:nvPr/>
        </p:nvSpPr>
        <p:spPr>
          <a:xfrm>
            <a:off x="3099271" y="5949197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tree_topology.fix_polyphyly</a:t>
            </a:r>
            <a:r>
              <a:rPr lang="en-GB" sz="800" dirty="0">
                <a:latin typeface="Helvetica" pitchFamily="2" charset="0"/>
              </a:rPr>
              <a:t>(</a:t>
            </a:r>
            <a:r>
              <a:rPr lang="en-GB" sz="800" dirty="0" err="1">
                <a:latin typeface="Helvetica" pitchFamily="2" charset="0"/>
              </a:rPr>
              <a:t>fix_dict</a:t>
            </a:r>
            <a:r>
              <a:rPr lang="en-GB" sz="800" dirty="0">
                <a:latin typeface="Helvetica" pitchFamily="2" charset="0"/>
              </a:rPr>
              <a:t>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F79452-FB01-E59D-9B24-0FF7DE2C558B}"/>
              </a:ext>
            </a:extLst>
          </p:cNvPr>
          <p:cNvSpPr txBox="1"/>
          <p:nvPr/>
        </p:nvSpPr>
        <p:spPr>
          <a:xfrm>
            <a:off x="3099271" y="5675597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tree_labelling.process_tofix_bkb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BF18E1E-C4D9-C28F-1A76-6B5DBEF853A1}"/>
              </a:ext>
            </a:extLst>
          </p:cNvPr>
          <p:cNvSpPr txBox="1"/>
          <p:nvPr/>
        </p:nvSpPr>
        <p:spPr>
          <a:xfrm>
            <a:off x="3099271" y="6695969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tree_topology.fix_remaining_polytomies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FC6D95E-F161-E771-33E6-FF8041193902}"/>
              </a:ext>
            </a:extLst>
          </p:cNvPr>
          <p:cNvSpPr txBox="1"/>
          <p:nvPr/>
        </p:nvSpPr>
        <p:spPr>
          <a:xfrm>
            <a:off x="3099271" y="6222797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tree_topology.remove_nonspecies_leaves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32DA3CC-1651-638D-AFEB-5F4FBA13F036}"/>
              </a:ext>
            </a:extLst>
          </p:cNvPr>
          <p:cNvSpPr txBox="1"/>
          <p:nvPr/>
        </p:nvSpPr>
        <p:spPr>
          <a:xfrm>
            <a:off x="3099271" y="6967997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tree_topology.delete_one_child_nodes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C4E8B14-2AAC-5DEA-7EB0-FADF4004F04D}"/>
              </a:ext>
            </a:extLst>
          </p:cNvPr>
          <p:cNvSpPr txBox="1"/>
          <p:nvPr/>
        </p:nvSpPr>
        <p:spPr>
          <a:xfrm>
            <a:off x="3099271" y="7917895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tree_dating.assign_dates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14F540-700B-3589-6880-0F3887178D40}"/>
              </a:ext>
            </a:extLst>
          </p:cNvPr>
          <p:cNvSpPr txBox="1"/>
          <p:nvPr/>
        </p:nvSpPr>
        <p:spPr>
          <a:xfrm>
            <a:off x="3099271" y="8195597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tree_dating.dq_date_removal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C13A97C-CC3C-24C3-3B8E-B236E52EC594}"/>
              </a:ext>
            </a:extLst>
          </p:cNvPr>
          <p:cNvSpPr txBox="1"/>
          <p:nvPr/>
        </p:nvSpPr>
        <p:spPr>
          <a:xfrm>
            <a:off x="3099271" y="8472797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tree_dating.impute_missing_dates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DBB37AA-B7E1-14A5-2F96-19B796A3BA95}"/>
              </a:ext>
            </a:extLst>
          </p:cNvPr>
          <p:cNvSpPr txBox="1"/>
          <p:nvPr/>
        </p:nvSpPr>
        <p:spPr>
          <a:xfrm>
            <a:off x="3099271" y="7640304"/>
            <a:ext cx="2340000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 err="1">
                <a:latin typeface="Helvetica" pitchFamily="2" charset="0"/>
              </a:rPr>
              <a:t>tree_loading.load_dates</a:t>
            </a:r>
            <a:endParaRPr lang="en-GB" sz="800" dirty="0">
              <a:latin typeface="Helvetica" pitchFamily="2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19298B0-185D-5AF9-9AB6-5B5AA578DB5D}"/>
              </a:ext>
            </a:extLst>
          </p:cNvPr>
          <p:cNvSpPr/>
          <p:nvPr/>
        </p:nvSpPr>
        <p:spPr>
          <a:xfrm>
            <a:off x="50097" y="48259"/>
            <a:ext cx="5469707" cy="171383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694501E-F97B-8334-F710-DF8CF23B139B}"/>
              </a:ext>
            </a:extLst>
          </p:cNvPr>
          <p:cNvSpPr/>
          <p:nvPr/>
        </p:nvSpPr>
        <p:spPr>
          <a:xfrm>
            <a:off x="50096" y="1814177"/>
            <a:ext cx="5469706" cy="259461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B7337B38-5ACE-197C-9F0D-1590A7920DCC}"/>
              </a:ext>
            </a:extLst>
          </p:cNvPr>
          <p:cNvSpPr/>
          <p:nvPr/>
        </p:nvSpPr>
        <p:spPr>
          <a:xfrm>
            <a:off x="50096" y="4463777"/>
            <a:ext cx="5469706" cy="302880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81DD99EB-E6F1-82E1-9921-FBCFA3859AB1}"/>
              </a:ext>
            </a:extLst>
          </p:cNvPr>
          <p:cNvSpPr/>
          <p:nvPr/>
        </p:nvSpPr>
        <p:spPr>
          <a:xfrm>
            <a:off x="50096" y="7547576"/>
            <a:ext cx="5469706" cy="122895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7CA491-CBFE-6091-9C35-08DF1264F6F2}"/>
              </a:ext>
            </a:extLst>
          </p:cNvPr>
          <p:cNvSpPr txBox="1"/>
          <p:nvPr/>
        </p:nvSpPr>
        <p:spPr>
          <a:xfrm rot="16200000">
            <a:off x="-490227" y="599380"/>
            <a:ext cx="1363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100" dirty="0">
                <a:latin typeface="Helvetica" pitchFamily="2" charset="0"/>
              </a:rPr>
              <a:t>1. Loading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5F9F545-2972-66D5-B6AB-1E8881D71062}"/>
              </a:ext>
            </a:extLst>
          </p:cNvPr>
          <p:cNvSpPr txBox="1"/>
          <p:nvPr/>
        </p:nvSpPr>
        <p:spPr>
          <a:xfrm rot="16200000">
            <a:off x="-490227" y="2365296"/>
            <a:ext cx="1363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100" dirty="0">
                <a:latin typeface="Helvetica" pitchFamily="2" charset="0"/>
              </a:rPr>
              <a:t>2. Pruning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9A872F0-CF63-5E7A-57E3-0A5758949D7A}"/>
              </a:ext>
            </a:extLst>
          </p:cNvPr>
          <p:cNvSpPr txBox="1"/>
          <p:nvPr/>
        </p:nvSpPr>
        <p:spPr>
          <a:xfrm rot="16200000">
            <a:off x="-910741" y="5435412"/>
            <a:ext cx="22048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100" dirty="0">
                <a:latin typeface="Helvetica" pitchFamily="2" charset="0"/>
              </a:rPr>
              <a:t>3. Polytomy resolution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E60DCC2-DD05-B875-9788-47EF1088AB7E}"/>
              </a:ext>
            </a:extLst>
          </p:cNvPr>
          <p:cNvSpPr txBox="1"/>
          <p:nvPr/>
        </p:nvSpPr>
        <p:spPr>
          <a:xfrm rot="16200000">
            <a:off x="-490227" y="8098695"/>
            <a:ext cx="1363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100" dirty="0">
                <a:latin typeface="Helvetica" pitchFamily="2" charset="0"/>
              </a:rPr>
              <a:t>4. Dating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2D112AE6-BC60-3AE2-057C-C001BF0616FA}"/>
              </a:ext>
            </a:extLst>
          </p:cNvPr>
          <p:cNvCxnSpPr>
            <a:cxnSpLocks/>
          </p:cNvCxnSpPr>
          <p:nvPr/>
        </p:nvCxnSpPr>
        <p:spPr>
          <a:xfrm>
            <a:off x="2520882" y="427969"/>
            <a:ext cx="578994" cy="25200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F25895B-DE6F-1D46-E521-C411085E71B2}"/>
              </a:ext>
            </a:extLst>
          </p:cNvPr>
          <p:cNvCxnSpPr>
            <a:cxnSpLocks/>
          </p:cNvCxnSpPr>
          <p:nvPr/>
        </p:nvCxnSpPr>
        <p:spPr>
          <a:xfrm flipV="1">
            <a:off x="2518102" y="756801"/>
            <a:ext cx="581774" cy="12599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588098AE-FED9-A3EB-5AB7-DFF7768C686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515320" y="1261932"/>
            <a:ext cx="58455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A97D7AB9-F802-7899-CE64-EAB7E9E83984}"/>
              </a:ext>
            </a:extLst>
          </p:cNvPr>
          <p:cNvCxnSpPr>
            <a:cxnSpLocks/>
          </p:cNvCxnSpPr>
          <p:nvPr/>
        </p:nvCxnSpPr>
        <p:spPr>
          <a:xfrm>
            <a:off x="4269876" y="841370"/>
            <a:ext cx="0" cy="31284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7B9EF76-E05B-A874-4E60-25E863D59179}"/>
              </a:ext>
            </a:extLst>
          </p:cNvPr>
          <p:cNvCxnSpPr>
            <a:cxnSpLocks/>
            <a:stCxn id="11" idx="2"/>
            <a:endCxn id="27" idx="0"/>
          </p:cNvCxnSpPr>
          <p:nvPr/>
        </p:nvCxnSpPr>
        <p:spPr>
          <a:xfrm>
            <a:off x="4269876" y="1369654"/>
            <a:ext cx="0" cy="52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969F0D1-BF56-D990-1C07-03C027BF0065}"/>
              </a:ext>
            </a:extLst>
          </p:cNvPr>
          <p:cNvCxnSpPr>
            <a:cxnSpLocks/>
          </p:cNvCxnSpPr>
          <p:nvPr/>
        </p:nvCxnSpPr>
        <p:spPr>
          <a:xfrm flipV="1">
            <a:off x="2515320" y="2281794"/>
            <a:ext cx="58455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7B7B4F26-074A-675F-1900-69F887223BFB}"/>
              </a:ext>
            </a:extLst>
          </p:cNvPr>
          <p:cNvCxnSpPr>
            <a:cxnSpLocks/>
          </p:cNvCxnSpPr>
          <p:nvPr/>
        </p:nvCxnSpPr>
        <p:spPr>
          <a:xfrm flipV="1">
            <a:off x="2515320" y="2555354"/>
            <a:ext cx="58455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A3CB5E0F-9FD3-D5FA-05C6-71921A3427FD}"/>
              </a:ext>
            </a:extLst>
          </p:cNvPr>
          <p:cNvCxnSpPr>
            <a:cxnSpLocks/>
          </p:cNvCxnSpPr>
          <p:nvPr/>
        </p:nvCxnSpPr>
        <p:spPr>
          <a:xfrm flipV="1">
            <a:off x="2516071" y="3921230"/>
            <a:ext cx="58455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72A49E72-364A-64C3-C37B-40F332BC0716}"/>
              </a:ext>
            </a:extLst>
          </p:cNvPr>
          <p:cNvCxnSpPr>
            <a:cxnSpLocks/>
          </p:cNvCxnSpPr>
          <p:nvPr/>
        </p:nvCxnSpPr>
        <p:spPr>
          <a:xfrm flipV="1">
            <a:off x="2516071" y="4650527"/>
            <a:ext cx="58455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D7198CC1-7B81-B00B-F925-8384DD08F509}"/>
              </a:ext>
            </a:extLst>
          </p:cNvPr>
          <p:cNvCxnSpPr>
            <a:cxnSpLocks/>
          </p:cNvCxnSpPr>
          <p:nvPr/>
        </p:nvCxnSpPr>
        <p:spPr>
          <a:xfrm flipV="1">
            <a:off x="2516071" y="7748026"/>
            <a:ext cx="58455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C9654698-4BA3-78B1-B0F7-DAF4BC5854A1}"/>
              </a:ext>
            </a:extLst>
          </p:cNvPr>
          <p:cNvCxnSpPr>
            <a:cxnSpLocks/>
          </p:cNvCxnSpPr>
          <p:nvPr/>
        </p:nvCxnSpPr>
        <p:spPr>
          <a:xfrm>
            <a:off x="3443487" y="4764599"/>
            <a:ext cx="0" cy="36379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C9274B65-3A8C-A8C7-3D17-C7D3918FD9A9}"/>
              </a:ext>
            </a:extLst>
          </p:cNvPr>
          <p:cNvCxnSpPr>
            <a:cxnSpLocks/>
          </p:cNvCxnSpPr>
          <p:nvPr/>
        </p:nvCxnSpPr>
        <p:spPr>
          <a:xfrm>
            <a:off x="1838439" y="5906730"/>
            <a:ext cx="0" cy="36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18994C4-29A7-EF98-6AF1-F477ACE15962}"/>
              </a:ext>
            </a:extLst>
          </p:cNvPr>
          <p:cNvCxnSpPr>
            <a:cxnSpLocks/>
          </p:cNvCxnSpPr>
          <p:nvPr/>
        </p:nvCxnSpPr>
        <p:spPr>
          <a:xfrm>
            <a:off x="4269876" y="2132347"/>
            <a:ext cx="0" cy="36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924E969A-2730-2DC8-4B65-B04A7AFCB7F6}"/>
              </a:ext>
            </a:extLst>
          </p:cNvPr>
          <p:cNvCxnSpPr>
            <a:cxnSpLocks/>
          </p:cNvCxnSpPr>
          <p:nvPr/>
        </p:nvCxnSpPr>
        <p:spPr>
          <a:xfrm>
            <a:off x="4269876" y="2678372"/>
            <a:ext cx="0" cy="36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C649EFD7-084C-1D20-E029-09EB4B116D9B}"/>
              </a:ext>
            </a:extLst>
          </p:cNvPr>
          <p:cNvCxnSpPr>
            <a:cxnSpLocks/>
          </p:cNvCxnSpPr>
          <p:nvPr/>
        </p:nvCxnSpPr>
        <p:spPr>
          <a:xfrm>
            <a:off x="4269876" y="2952381"/>
            <a:ext cx="0" cy="36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ACFA687-1084-1654-5BA1-014D6CFA5ECD}"/>
              </a:ext>
            </a:extLst>
          </p:cNvPr>
          <p:cNvCxnSpPr>
            <a:cxnSpLocks/>
          </p:cNvCxnSpPr>
          <p:nvPr/>
        </p:nvCxnSpPr>
        <p:spPr>
          <a:xfrm>
            <a:off x="4269876" y="3227347"/>
            <a:ext cx="0" cy="36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6A8DDCC-EAF6-D4DB-523A-812E0C7121F0}"/>
              </a:ext>
            </a:extLst>
          </p:cNvPr>
          <p:cNvCxnSpPr>
            <a:cxnSpLocks/>
          </p:cNvCxnSpPr>
          <p:nvPr/>
        </p:nvCxnSpPr>
        <p:spPr>
          <a:xfrm>
            <a:off x="4269876" y="3502427"/>
            <a:ext cx="0" cy="36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C4878D40-4998-6A05-7D14-BF144459DF4F}"/>
              </a:ext>
            </a:extLst>
          </p:cNvPr>
          <p:cNvCxnSpPr>
            <a:cxnSpLocks/>
          </p:cNvCxnSpPr>
          <p:nvPr/>
        </p:nvCxnSpPr>
        <p:spPr>
          <a:xfrm>
            <a:off x="4269271" y="3774333"/>
            <a:ext cx="0" cy="36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EC5075D1-9C52-B7D4-259A-D0844263895E}"/>
              </a:ext>
            </a:extLst>
          </p:cNvPr>
          <p:cNvCxnSpPr>
            <a:cxnSpLocks/>
          </p:cNvCxnSpPr>
          <p:nvPr/>
        </p:nvCxnSpPr>
        <p:spPr>
          <a:xfrm>
            <a:off x="1838439" y="5634625"/>
            <a:ext cx="0" cy="36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401E9D57-577D-930E-815E-DB89770A5ADC}"/>
              </a:ext>
            </a:extLst>
          </p:cNvPr>
          <p:cNvCxnSpPr>
            <a:cxnSpLocks/>
          </p:cNvCxnSpPr>
          <p:nvPr/>
        </p:nvCxnSpPr>
        <p:spPr>
          <a:xfrm>
            <a:off x="1838439" y="6182083"/>
            <a:ext cx="0" cy="36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08F54B48-6AC8-E9E9-1251-FC2CF64B7EFC}"/>
              </a:ext>
            </a:extLst>
          </p:cNvPr>
          <p:cNvCxnSpPr>
            <a:cxnSpLocks/>
          </p:cNvCxnSpPr>
          <p:nvPr/>
        </p:nvCxnSpPr>
        <p:spPr>
          <a:xfrm>
            <a:off x="4269271" y="5358753"/>
            <a:ext cx="0" cy="36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6FE2A7A7-2104-1ED7-0083-942EFFDACF15}"/>
              </a:ext>
            </a:extLst>
          </p:cNvPr>
          <p:cNvCxnSpPr>
            <a:cxnSpLocks/>
          </p:cNvCxnSpPr>
          <p:nvPr/>
        </p:nvCxnSpPr>
        <p:spPr>
          <a:xfrm>
            <a:off x="4269271" y="5631981"/>
            <a:ext cx="0" cy="36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D8CAFB7B-FA47-72DE-3105-DCEF99369D35}"/>
              </a:ext>
            </a:extLst>
          </p:cNvPr>
          <p:cNvCxnSpPr>
            <a:cxnSpLocks/>
          </p:cNvCxnSpPr>
          <p:nvPr/>
        </p:nvCxnSpPr>
        <p:spPr>
          <a:xfrm>
            <a:off x="4269271" y="5906779"/>
            <a:ext cx="0" cy="36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3FB85EE7-B369-E8EF-ECE3-AA7A171350FB}"/>
              </a:ext>
            </a:extLst>
          </p:cNvPr>
          <p:cNvCxnSpPr>
            <a:cxnSpLocks/>
          </p:cNvCxnSpPr>
          <p:nvPr/>
        </p:nvCxnSpPr>
        <p:spPr>
          <a:xfrm>
            <a:off x="4269271" y="6179527"/>
            <a:ext cx="0" cy="36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D780C3A4-4A0A-22EB-1C35-2586004EC293}"/>
              </a:ext>
            </a:extLst>
          </p:cNvPr>
          <p:cNvCxnSpPr>
            <a:cxnSpLocks/>
          </p:cNvCxnSpPr>
          <p:nvPr/>
        </p:nvCxnSpPr>
        <p:spPr>
          <a:xfrm>
            <a:off x="4269271" y="6925029"/>
            <a:ext cx="0" cy="36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B218DE07-E00B-B60C-BB03-A40EE45A89F9}"/>
              </a:ext>
            </a:extLst>
          </p:cNvPr>
          <p:cNvCxnSpPr>
            <a:cxnSpLocks/>
          </p:cNvCxnSpPr>
          <p:nvPr/>
        </p:nvCxnSpPr>
        <p:spPr>
          <a:xfrm>
            <a:off x="4269271" y="7872370"/>
            <a:ext cx="0" cy="36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785F1D92-118A-1EAA-EDDD-1E7C2F10870E}"/>
              </a:ext>
            </a:extLst>
          </p:cNvPr>
          <p:cNvCxnSpPr>
            <a:cxnSpLocks/>
          </p:cNvCxnSpPr>
          <p:nvPr/>
        </p:nvCxnSpPr>
        <p:spPr>
          <a:xfrm>
            <a:off x="4269271" y="8150437"/>
            <a:ext cx="0" cy="36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E9DC3F4-7E89-0E07-5ECA-6EE0A2C478B2}"/>
              </a:ext>
            </a:extLst>
          </p:cNvPr>
          <p:cNvCxnSpPr>
            <a:cxnSpLocks/>
          </p:cNvCxnSpPr>
          <p:nvPr/>
        </p:nvCxnSpPr>
        <p:spPr>
          <a:xfrm>
            <a:off x="4269271" y="8427563"/>
            <a:ext cx="0" cy="36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41A6E868-57CB-F285-8951-C3FBE7A229D5}"/>
              </a:ext>
            </a:extLst>
          </p:cNvPr>
          <p:cNvSpPr txBox="1"/>
          <p:nvPr/>
        </p:nvSpPr>
        <p:spPr>
          <a:xfrm>
            <a:off x="4239407" y="1401657"/>
            <a:ext cx="10465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rgbClr val="C00000"/>
                </a:solidFill>
                <a:latin typeface="Helvetica" pitchFamily="2" charset="0"/>
              </a:rPr>
              <a:t>ete4 Tree object</a:t>
            </a:r>
          </a:p>
          <a:p>
            <a:r>
              <a:rPr lang="en-GB" sz="800" dirty="0">
                <a:solidFill>
                  <a:srgbClr val="C00000"/>
                </a:solidFill>
                <a:latin typeface="Helvetica" pitchFamily="2" charset="0"/>
              </a:rPr>
              <a:t>2,385,875 spp.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4C45096-8E6A-BDE2-17D8-2F235BE6FFC8}"/>
              </a:ext>
            </a:extLst>
          </p:cNvPr>
          <p:cNvSpPr txBox="1"/>
          <p:nvPr/>
        </p:nvSpPr>
        <p:spPr>
          <a:xfrm>
            <a:off x="4239407" y="4062797"/>
            <a:ext cx="10465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rgbClr val="C00000"/>
                </a:solidFill>
                <a:latin typeface="Helvetica" pitchFamily="2" charset="0"/>
              </a:rPr>
              <a:t>Pruned tree</a:t>
            </a:r>
          </a:p>
          <a:p>
            <a:r>
              <a:rPr lang="en-GB" sz="800" dirty="0">
                <a:solidFill>
                  <a:srgbClr val="C00000"/>
                </a:solidFill>
                <a:latin typeface="Helvetica" pitchFamily="2" charset="0"/>
              </a:rPr>
              <a:t>2,294,776 spp.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16041AF-D905-716A-0938-8DF88DFC6637}"/>
              </a:ext>
            </a:extLst>
          </p:cNvPr>
          <p:cNvSpPr txBox="1"/>
          <p:nvPr/>
        </p:nvSpPr>
        <p:spPr>
          <a:xfrm>
            <a:off x="4239409" y="7242587"/>
            <a:ext cx="15315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rgbClr val="C00000"/>
                </a:solidFill>
                <a:latin typeface="Helvetica" pitchFamily="2" charset="0"/>
              </a:rPr>
              <a:t>Bifurcating tree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6C833CE-D17F-1DA7-A9F6-D04F38BCF141}"/>
              </a:ext>
            </a:extLst>
          </p:cNvPr>
          <p:cNvSpPr txBox="1"/>
          <p:nvPr/>
        </p:nvSpPr>
        <p:spPr>
          <a:xfrm>
            <a:off x="3470053" y="8929627"/>
            <a:ext cx="159844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b="1" dirty="0">
                <a:solidFill>
                  <a:srgbClr val="C00000"/>
                </a:solidFill>
                <a:latin typeface="Helvetica" pitchFamily="2" charset="0"/>
              </a:rPr>
              <a:t>Fully-dated tree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A82CD7C-618B-344E-362D-90739DCE83E3}"/>
              </a:ext>
            </a:extLst>
          </p:cNvPr>
          <p:cNvSpPr txBox="1"/>
          <p:nvPr/>
        </p:nvSpPr>
        <p:spPr>
          <a:xfrm>
            <a:off x="608861" y="5193265"/>
            <a:ext cx="2477981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bg1">
                    <a:lumMod val="50000"/>
                  </a:schemeClr>
                </a:solidFill>
                <a:latin typeface="Helvetica" pitchFamily="2" charset="0"/>
              </a:rPr>
              <a:t>Resolve polytomies within genera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66A4D00-3AE8-70E1-289A-90E1E78898AE}"/>
              </a:ext>
            </a:extLst>
          </p:cNvPr>
          <p:cNvSpPr txBox="1"/>
          <p:nvPr/>
        </p:nvSpPr>
        <p:spPr>
          <a:xfrm>
            <a:off x="2961292" y="4913887"/>
            <a:ext cx="2477981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bg1">
                    <a:lumMod val="50000"/>
                  </a:schemeClr>
                </a:solidFill>
                <a:latin typeface="Helvetica" pitchFamily="2" charset="0"/>
              </a:rPr>
              <a:t>Resolve polytomies at higher ranks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B952093C-DEB8-F981-D8BE-9DF5BC0FF82F}"/>
              </a:ext>
            </a:extLst>
          </p:cNvPr>
          <p:cNvCxnSpPr>
            <a:cxnSpLocks/>
          </p:cNvCxnSpPr>
          <p:nvPr/>
        </p:nvCxnSpPr>
        <p:spPr>
          <a:xfrm flipH="1">
            <a:off x="2701128" y="4765864"/>
            <a:ext cx="420302" cy="63768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501536E9-C71B-86EF-4D5B-40109EAF2F5D}"/>
              </a:ext>
            </a:extLst>
          </p:cNvPr>
          <p:cNvCxnSpPr>
            <a:cxnSpLocks/>
          </p:cNvCxnSpPr>
          <p:nvPr/>
        </p:nvCxnSpPr>
        <p:spPr>
          <a:xfrm>
            <a:off x="2751721" y="6439878"/>
            <a:ext cx="345600" cy="24851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F3160BB4-E066-E5E6-5B93-754E4ADC0CBA}"/>
              </a:ext>
            </a:extLst>
          </p:cNvPr>
          <p:cNvCxnSpPr>
            <a:cxnSpLocks/>
          </p:cNvCxnSpPr>
          <p:nvPr/>
        </p:nvCxnSpPr>
        <p:spPr>
          <a:xfrm>
            <a:off x="4269271" y="6438056"/>
            <a:ext cx="0" cy="255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4EB330A7-6B4B-3272-BB33-BFC26EAD6CC2}"/>
              </a:ext>
            </a:extLst>
          </p:cNvPr>
          <p:cNvCxnSpPr>
            <a:cxnSpLocks/>
          </p:cNvCxnSpPr>
          <p:nvPr/>
        </p:nvCxnSpPr>
        <p:spPr>
          <a:xfrm>
            <a:off x="4269271" y="7185148"/>
            <a:ext cx="0" cy="44640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23BE3256-1B36-DEBF-E14C-9F570257D535}"/>
              </a:ext>
            </a:extLst>
          </p:cNvPr>
          <p:cNvCxnSpPr>
            <a:cxnSpLocks/>
          </p:cNvCxnSpPr>
          <p:nvPr/>
        </p:nvCxnSpPr>
        <p:spPr>
          <a:xfrm>
            <a:off x="4269271" y="8690076"/>
            <a:ext cx="0" cy="266182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92611DEF-C8F5-64A6-5550-09447D691500}"/>
              </a:ext>
            </a:extLst>
          </p:cNvPr>
          <p:cNvCxnSpPr>
            <a:cxnSpLocks/>
          </p:cNvCxnSpPr>
          <p:nvPr/>
        </p:nvCxnSpPr>
        <p:spPr>
          <a:xfrm>
            <a:off x="4269271" y="4031570"/>
            <a:ext cx="0" cy="51480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CA9CFFF8-B1AB-9019-8DDB-B029DA8AF932}"/>
              </a:ext>
            </a:extLst>
          </p:cNvPr>
          <p:cNvSpPr txBox="1"/>
          <p:nvPr/>
        </p:nvSpPr>
        <p:spPr>
          <a:xfrm>
            <a:off x="449913" y="8892039"/>
            <a:ext cx="640859" cy="215444"/>
          </a:xfrm>
          <a:prstGeom prst="rect">
            <a:avLst/>
          </a:prstGeom>
          <a:solidFill>
            <a:srgbClr val="C2F1C8"/>
          </a:solidFill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Helvetica" pitchFamily="2" charset="0"/>
              </a:rPr>
              <a:t>Input data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200FDBD-258E-A237-CB87-C0A80C3CFC70}"/>
              </a:ext>
            </a:extLst>
          </p:cNvPr>
          <p:cNvSpPr txBox="1"/>
          <p:nvPr/>
        </p:nvSpPr>
        <p:spPr>
          <a:xfrm>
            <a:off x="1172996" y="8886573"/>
            <a:ext cx="961007" cy="21544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latin typeface="Helvetica" pitchFamily="2" charset="0"/>
              </a:rPr>
              <a:t>Python functions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C8187897-2DBB-CBB9-51AD-D9A80ED31F33}"/>
              </a:ext>
            </a:extLst>
          </p:cNvPr>
          <p:cNvSpPr txBox="1"/>
          <p:nvPr/>
        </p:nvSpPr>
        <p:spPr>
          <a:xfrm>
            <a:off x="50097" y="8896661"/>
            <a:ext cx="961007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Helvetica" pitchFamily="2" charset="0"/>
              </a:rPr>
              <a:t>Key: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C3FA17B2-BD58-05EC-B792-3AAC74AC2CA0}"/>
              </a:ext>
            </a:extLst>
          </p:cNvPr>
          <p:cNvSpPr txBox="1"/>
          <p:nvPr/>
        </p:nvSpPr>
        <p:spPr>
          <a:xfrm>
            <a:off x="2111413" y="8893121"/>
            <a:ext cx="63348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rgbClr val="C00000"/>
                </a:solidFill>
                <a:latin typeface="Helvetica" pitchFamily="2" charset="0"/>
              </a:rPr>
              <a:t>Outputs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58CC2990-51F5-71FD-F562-EAB927656FDD}"/>
              </a:ext>
            </a:extLst>
          </p:cNvPr>
          <p:cNvCxnSpPr>
            <a:cxnSpLocks/>
          </p:cNvCxnSpPr>
          <p:nvPr/>
        </p:nvCxnSpPr>
        <p:spPr>
          <a:xfrm>
            <a:off x="4269876" y="2404891"/>
            <a:ext cx="0" cy="36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E16CC72-7135-B8B6-0050-30AB6B24EA64}"/>
              </a:ext>
            </a:extLst>
          </p:cNvPr>
          <p:cNvSpPr txBox="1"/>
          <p:nvPr/>
        </p:nvSpPr>
        <p:spPr>
          <a:xfrm>
            <a:off x="369824" y="4560103"/>
            <a:ext cx="2160000" cy="584776"/>
          </a:xfrm>
          <a:prstGeom prst="rect">
            <a:avLst/>
          </a:prstGeom>
          <a:solidFill>
            <a:srgbClr val="C2F1C8"/>
          </a:solidFill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Helvetica" pitchFamily="2" charset="0"/>
              </a:rPr>
              <a:t>File: config/</a:t>
            </a:r>
            <a:r>
              <a:rPr lang="en-GB" sz="800" dirty="0" err="1">
                <a:latin typeface="Helvetica" pitchFamily="2" charset="0"/>
              </a:rPr>
              <a:t>forced_taxa_moves.csv</a:t>
            </a:r>
            <a:endParaRPr lang="en-GB" sz="800" dirty="0">
              <a:latin typeface="Helvetica" pitchFamily="2" charset="0"/>
            </a:endParaRPr>
          </a:p>
          <a:p>
            <a:r>
              <a:rPr lang="en-GB" sz="800" dirty="0">
                <a:latin typeface="Helvetica" pitchFamily="2" charset="0"/>
              </a:rPr>
              <a:t>Source: Included in package</a:t>
            </a:r>
          </a:p>
          <a:p>
            <a:r>
              <a:rPr lang="en-GB" sz="800" dirty="0">
                <a:latin typeface="Helvetica" pitchFamily="2" charset="0"/>
              </a:rPr>
              <a:t>Data: Non-random polytomy resolution; forces </a:t>
            </a:r>
            <a:r>
              <a:rPr lang="en-GB" sz="800" dirty="0" err="1">
                <a:latin typeface="Helvetica" pitchFamily="2" charset="0"/>
              </a:rPr>
              <a:t>Eukaryota</a:t>
            </a:r>
            <a:r>
              <a:rPr lang="en-GB" sz="800" dirty="0">
                <a:latin typeface="Helvetica" pitchFamily="2" charset="0"/>
              </a:rPr>
              <a:t> to be sister to Archaea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0FAA49-323E-3477-EF89-686E16D86205}"/>
              </a:ext>
            </a:extLst>
          </p:cNvPr>
          <p:cNvSpPr txBox="1"/>
          <p:nvPr/>
        </p:nvSpPr>
        <p:spPr>
          <a:xfrm>
            <a:off x="370471" y="7640304"/>
            <a:ext cx="2160000" cy="707886"/>
          </a:xfrm>
          <a:prstGeom prst="rect">
            <a:avLst/>
          </a:prstGeom>
          <a:solidFill>
            <a:srgbClr val="C2F1C8"/>
          </a:solidFill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Helvetica" pitchFamily="2" charset="0"/>
              </a:rPr>
              <a:t>File: </a:t>
            </a:r>
            <a:r>
              <a:rPr lang="en-GB" sz="800" dirty="0" err="1">
                <a:latin typeface="Helvetica" pitchFamily="2" charset="0"/>
              </a:rPr>
              <a:t>chronosynth_cache</a:t>
            </a:r>
            <a:r>
              <a:rPr lang="en-GB" sz="800" dirty="0">
                <a:latin typeface="Helvetica" pitchFamily="2" charset="0"/>
              </a:rPr>
              <a:t>/</a:t>
            </a:r>
            <a:r>
              <a:rPr lang="en-GB" sz="800" dirty="0" err="1">
                <a:latin typeface="Helvetica" pitchFamily="2" charset="0"/>
              </a:rPr>
              <a:t>node_ages.json</a:t>
            </a:r>
            <a:endParaRPr lang="en-GB" sz="800" dirty="0">
              <a:latin typeface="Helvetica" pitchFamily="2" charset="0"/>
            </a:endParaRPr>
          </a:p>
          <a:p>
            <a:r>
              <a:rPr lang="en-GB" sz="800" dirty="0">
                <a:latin typeface="Helvetica" pitchFamily="2" charset="0"/>
              </a:rPr>
              <a:t>Source: Included in package, or generated using external </a:t>
            </a:r>
            <a:r>
              <a:rPr lang="en-GB" sz="800" dirty="0" err="1">
                <a:latin typeface="Helvetica" pitchFamily="2" charset="0"/>
              </a:rPr>
              <a:t>Chronosynth</a:t>
            </a:r>
            <a:r>
              <a:rPr lang="en-GB" sz="800" dirty="0">
                <a:latin typeface="Helvetica" pitchFamily="2" charset="0"/>
              </a:rPr>
              <a:t> package</a:t>
            </a:r>
          </a:p>
          <a:p>
            <a:r>
              <a:rPr lang="en-GB" sz="800" dirty="0">
                <a:latin typeface="Helvetica" pitchFamily="2" charset="0"/>
              </a:rPr>
              <a:t>Data: Node dates, from underlying time-scaled trees in Open Tree database</a:t>
            </a:r>
          </a:p>
        </p:txBody>
      </p:sp>
    </p:spTree>
    <p:extLst>
      <p:ext uri="{BB962C8B-B14F-4D97-AF65-F5344CB8AC3E}">
        <p14:creationId xmlns:p14="http://schemas.microsoft.com/office/powerpoint/2010/main" val="33282661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52086</TotalTime>
  <Words>481</Words>
  <Application>Microsoft Macintosh PowerPoint</Application>
  <PresentationFormat>Custom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Duke, Jonathan</dc:creator>
  <cp:lastModifiedBy>Duke, Jonathan</cp:lastModifiedBy>
  <cp:revision>133</cp:revision>
  <cp:lastPrinted>2026-08-26T08:32:32Z</cp:lastPrinted>
  <dcterms:created xsi:type="dcterms:W3CDTF">2025-05-14T12:45:45Z</dcterms:created>
  <dcterms:modified xsi:type="dcterms:W3CDTF">2026-08-27T15:39:04Z</dcterms:modified>
</cp:coreProperties>
</file>