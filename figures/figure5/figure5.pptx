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4"/>
  </p:notesMasterIdLst>
  <p:sldIdLst>
    <p:sldId id="265" r:id="rId2"/>
    <p:sldId id="266" r:id="rId3"/>
  </p:sldIdLst>
  <p:sldSz cx="6207125" cy="4357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D6EB"/>
    <a:srgbClr val="9FD5EB"/>
    <a:srgbClr val="9FD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3"/>
    <p:restoredTop sz="97678"/>
  </p:normalViewPr>
  <p:slideViewPr>
    <p:cSldViewPr snapToGrid="0">
      <p:cViewPr>
        <p:scale>
          <a:sx n="303" d="100"/>
          <a:sy n="303" d="100"/>
        </p:scale>
        <p:origin x="136" y="-24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336FD-F2B5-C043-9ABE-661EE14E25C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1143000"/>
            <a:ext cx="439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CD9F-6B7B-9E4E-BD4C-50E5DD341F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1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1143000"/>
            <a:ext cx="43973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CD9F-6B7B-9E4E-BD4C-50E5DD341F4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90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216C-D29E-07BC-F336-9183A4E1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47FA-F3ED-DC56-3654-164CFF30A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30313" y="1143000"/>
            <a:ext cx="43973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021CA-82AE-59B9-7CD4-15A36AC34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E9437-1E78-7BD6-0227-53CBE7AB1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CD9F-6B7B-9E4E-BD4C-50E5DD341F4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7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535" y="713168"/>
            <a:ext cx="5276056" cy="1517121"/>
          </a:xfrm>
        </p:spPr>
        <p:txBody>
          <a:bodyPr anchor="b"/>
          <a:lstStyle>
            <a:lvl1pPr algn="ctr">
              <a:defRPr sz="3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5891" y="2288795"/>
            <a:ext cx="4655344" cy="1052099"/>
          </a:xfrm>
        </p:spPr>
        <p:txBody>
          <a:bodyPr/>
          <a:lstStyle>
            <a:lvl1pPr marL="0" indent="0" algn="ctr">
              <a:buNone/>
              <a:defRPr sz="1525"/>
            </a:lvl1pPr>
            <a:lvl2pPr marL="290505" indent="0" algn="ctr">
              <a:buNone/>
              <a:defRPr sz="1271"/>
            </a:lvl2pPr>
            <a:lvl3pPr marL="581010" indent="0" algn="ctr">
              <a:buNone/>
              <a:defRPr sz="1144"/>
            </a:lvl3pPr>
            <a:lvl4pPr marL="871515" indent="0" algn="ctr">
              <a:buNone/>
              <a:defRPr sz="1017"/>
            </a:lvl4pPr>
            <a:lvl5pPr marL="1162020" indent="0" algn="ctr">
              <a:buNone/>
              <a:defRPr sz="1017"/>
            </a:lvl5pPr>
            <a:lvl6pPr marL="1452524" indent="0" algn="ctr">
              <a:buNone/>
              <a:defRPr sz="1017"/>
            </a:lvl6pPr>
            <a:lvl7pPr marL="1743029" indent="0" algn="ctr">
              <a:buNone/>
              <a:defRPr sz="1017"/>
            </a:lvl7pPr>
            <a:lvl8pPr marL="2033534" indent="0" algn="ctr">
              <a:buNone/>
              <a:defRPr sz="1017"/>
            </a:lvl8pPr>
            <a:lvl9pPr marL="2324039" indent="0" algn="ctr">
              <a:buNone/>
              <a:defRPr sz="101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64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80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07" y="1086397"/>
            <a:ext cx="5353645" cy="1812677"/>
          </a:xfrm>
        </p:spPr>
        <p:txBody>
          <a:bodyPr anchor="b"/>
          <a:lstStyle>
            <a:lvl1pPr>
              <a:defRPr sz="3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07" y="2916223"/>
            <a:ext cx="5353645" cy="953244"/>
          </a:xfrm>
        </p:spPr>
        <p:txBody>
          <a:bodyPr/>
          <a:lstStyle>
            <a:lvl1pPr marL="0" indent="0">
              <a:buNone/>
              <a:defRPr sz="1525">
                <a:solidFill>
                  <a:schemeClr val="tx1">
                    <a:tint val="82000"/>
                  </a:schemeClr>
                </a:solidFill>
              </a:defRPr>
            </a:lvl1pPr>
            <a:lvl2pPr marL="290505" indent="0">
              <a:buNone/>
              <a:defRPr sz="1271">
                <a:solidFill>
                  <a:schemeClr val="tx1">
                    <a:tint val="82000"/>
                  </a:schemeClr>
                </a:solidFill>
              </a:defRPr>
            </a:lvl2pPr>
            <a:lvl3pPr marL="581010" indent="0">
              <a:buNone/>
              <a:defRPr sz="1144">
                <a:solidFill>
                  <a:schemeClr val="tx1">
                    <a:tint val="82000"/>
                  </a:schemeClr>
                </a:solidFill>
              </a:defRPr>
            </a:lvl3pPr>
            <a:lvl4pPr marL="871515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4pPr>
            <a:lvl5pPr marL="1162020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5pPr>
            <a:lvl6pPr marL="1452524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6pPr>
            <a:lvl7pPr marL="1743029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7pPr>
            <a:lvl8pPr marL="2033534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8pPr>
            <a:lvl9pPr marL="2324039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6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740" y="1160033"/>
            <a:ext cx="2638028" cy="27649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2357" y="1160033"/>
            <a:ext cx="2638028" cy="27649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4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8" y="232007"/>
            <a:ext cx="5353645" cy="84228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49" y="1068239"/>
            <a:ext cx="2625904" cy="523527"/>
          </a:xfrm>
        </p:spPr>
        <p:txBody>
          <a:bodyPr anchor="b"/>
          <a:lstStyle>
            <a:lvl1pPr marL="0" indent="0">
              <a:buNone/>
              <a:defRPr sz="1525" b="1"/>
            </a:lvl1pPr>
            <a:lvl2pPr marL="290505" indent="0">
              <a:buNone/>
              <a:defRPr sz="1271" b="1"/>
            </a:lvl2pPr>
            <a:lvl3pPr marL="581010" indent="0">
              <a:buNone/>
              <a:defRPr sz="1144" b="1"/>
            </a:lvl3pPr>
            <a:lvl4pPr marL="871515" indent="0">
              <a:buNone/>
              <a:defRPr sz="1017" b="1"/>
            </a:lvl4pPr>
            <a:lvl5pPr marL="1162020" indent="0">
              <a:buNone/>
              <a:defRPr sz="1017" b="1"/>
            </a:lvl5pPr>
            <a:lvl6pPr marL="1452524" indent="0">
              <a:buNone/>
              <a:defRPr sz="1017" b="1"/>
            </a:lvl6pPr>
            <a:lvl7pPr marL="1743029" indent="0">
              <a:buNone/>
              <a:defRPr sz="1017" b="1"/>
            </a:lvl7pPr>
            <a:lvl8pPr marL="2033534" indent="0">
              <a:buNone/>
              <a:defRPr sz="1017" b="1"/>
            </a:lvl8pPr>
            <a:lvl9pPr marL="2324039" indent="0">
              <a:buNone/>
              <a:defRPr sz="10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549" y="1591767"/>
            <a:ext cx="2625904" cy="234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2357" y="1068239"/>
            <a:ext cx="2638837" cy="523527"/>
          </a:xfrm>
        </p:spPr>
        <p:txBody>
          <a:bodyPr anchor="b"/>
          <a:lstStyle>
            <a:lvl1pPr marL="0" indent="0">
              <a:buNone/>
              <a:defRPr sz="1525" b="1"/>
            </a:lvl1pPr>
            <a:lvl2pPr marL="290505" indent="0">
              <a:buNone/>
              <a:defRPr sz="1271" b="1"/>
            </a:lvl2pPr>
            <a:lvl3pPr marL="581010" indent="0">
              <a:buNone/>
              <a:defRPr sz="1144" b="1"/>
            </a:lvl3pPr>
            <a:lvl4pPr marL="871515" indent="0">
              <a:buNone/>
              <a:defRPr sz="1017" b="1"/>
            </a:lvl4pPr>
            <a:lvl5pPr marL="1162020" indent="0">
              <a:buNone/>
              <a:defRPr sz="1017" b="1"/>
            </a:lvl5pPr>
            <a:lvl6pPr marL="1452524" indent="0">
              <a:buNone/>
              <a:defRPr sz="1017" b="1"/>
            </a:lvl6pPr>
            <a:lvl7pPr marL="1743029" indent="0">
              <a:buNone/>
              <a:defRPr sz="1017" b="1"/>
            </a:lvl7pPr>
            <a:lvl8pPr marL="2033534" indent="0">
              <a:buNone/>
              <a:defRPr sz="1017" b="1"/>
            </a:lvl8pPr>
            <a:lvl9pPr marL="2324039" indent="0">
              <a:buNone/>
              <a:defRPr sz="10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2357" y="1591767"/>
            <a:ext cx="2638837" cy="234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50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68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0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9" y="290512"/>
            <a:ext cx="2001959" cy="1016794"/>
          </a:xfrm>
        </p:spPr>
        <p:txBody>
          <a:bodyPr anchor="b"/>
          <a:lstStyle>
            <a:lvl1pPr>
              <a:defRPr sz="20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8837" y="627427"/>
            <a:ext cx="3142357" cy="3096783"/>
          </a:xfrm>
        </p:spPr>
        <p:txBody>
          <a:bodyPr/>
          <a:lstStyle>
            <a:lvl1pPr>
              <a:defRPr sz="2033"/>
            </a:lvl1pPr>
            <a:lvl2pPr>
              <a:defRPr sz="1779"/>
            </a:lvl2pPr>
            <a:lvl3pPr>
              <a:defRPr sz="1525"/>
            </a:lvl3pPr>
            <a:lvl4pPr>
              <a:defRPr sz="1271"/>
            </a:lvl4pPr>
            <a:lvl5pPr>
              <a:defRPr sz="1271"/>
            </a:lvl5pPr>
            <a:lvl6pPr>
              <a:defRPr sz="1271"/>
            </a:lvl6pPr>
            <a:lvl7pPr>
              <a:defRPr sz="1271"/>
            </a:lvl7pPr>
            <a:lvl8pPr>
              <a:defRPr sz="1271"/>
            </a:lvl8pPr>
            <a:lvl9pPr>
              <a:defRPr sz="12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7549" y="1307306"/>
            <a:ext cx="2001959" cy="2421947"/>
          </a:xfrm>
        </p:spPr>
        <p:txBody>
          <a:bodyPr/>
          <a:lstStyle>
            <a:lvl1pPr marL="0" indent="0">
              <a:buNone/>
              <a:defRPr sz="1017"/>
            </a:lvl1pPr>
            <a:lvl2pPr marL="290505" indent="0">
              <a:buNone/>
              <a:defRPr sz="890"/>
            </a:lvl2pPr>
            <a:lvl3pPr marL="581010" indent="0">
              <a:buNone/>
              <a:defRPr sz="762"/>
            </a:lvl3pPr>
            <a:lvl4pPr marL="871515" indent="0">
              <a:buNone/>
              <a:defRPr sz="635"/>
            </a:lvl4pPr>
            <a:lvl5pPr marL="1162020" indent="0">
              <a:buNone/>
              <a:defRPr sz="635"/>
            </a:lvl5pPr>
            <a:lvl6pPr marL="1452524" indent="0">
              <a:buNone/>
              <a:defRPr sz="635"/>
            </a:lvl6pPr>
            <a:lvl7pPr marL="1743029" indent="0">
              <a:buNone/>
              <a:defRPr sz="635"/>
            </a:lvl7pPr>
            <a:lvl8pPr marL="2033534" indent="0">
              <a:buNone/>
              <a:defRPr sz="635"/>
            </a:lvl8pPr>
            <a:lvl9pPr marL="2324039" indent="0">
              <a:buNone/>
              <a:defRPr sz="6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85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9" y="290512"/>
            <a:ext cx="2001959" cy="1016794"/>
          </a:xfrm>
        </p:spPr>
        <p:txBody>
          <a:bodyPr anchor="b"/>
          <a:lstStyle>
            <a:lvl1pPr>
              <a:defRPr sz="20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38837" y="627427"/>
            <a:ext cx="3142357" cy="3096783"/>
          </a:xfrm>
        </p:spPr>
        <p:txBody>
          <a:bodyPr anchor="t"/>
          <a:lstStyle>
            <a:lvl1pPr marL="0" indent="0">
              <a:buNone/>
              <a:defRPr sz="2033"/>
            </a:lvl1pPr>
            <a:lvl2pPr marL="290505" indent="0">
              <a:buNone/>
              <a:defRPr sz="1779"/>
            </a:lvl2pPr>
            <a:lvl3pPr marL="581010" indent="0">
              <a:buNone/>
              <a:defRPr sz="1525"/>
            </a:lvl3pPr>
            <a:lvl4pPr marL="871515" indent="0">
              <a:buNone/>
              <a:defRPr sz="1271"/>
            </a:lvl4pPr>
            <a:lvl5pPr marL="1162020" indent="0">
              <a:buNone/>
              <a:defRPr sz="1271"/>
            </a:lvl5pPr>
            <a:lvl6pPr marL="1452524" indent="0">
              <a:buNone/>
              <a:defRPr sz="1271"/>
            </a:lvl6pPr>
            <a:lvl7pPr marL="1743029" indent="0">
              <a:buNone/>
              <a:defRPr sz="1271"/>
            </a:lvl7pPr>
            <a:lvl8pPr marL="2033534" indent="0">
              <a:buNone/>
              <a:defRPr sz="1271"/>
            </a:lvl8pPr>
            <a:lvl9pPr marL="2324039" indent="0">
              <a:buNone/>
              <a:defRPr sz="127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7549" y="1307306"/>
            <a:ext cx="2001959" cy="2421947"/>
          </a:xfrm>
        </p:spPr>
        <p:txBody>
          <a:bodyPr/>
          <a:lstStyle>
            <a:lvl1pPr marL="0" indent="0">
              <a:buNone/>
              <a:defRPr sz="1017"/>
            </a:lvl1pPr>
            <a:lvl2pPr marL="290505" indent="0">
              <a:buNone/>
              <a:defRPr sz="890"/>
            </a:lvl2pPr>
            <a:lvl3pPr marL="581010" indent="0">
              <a:buNone/>
              <a:defRPr sz="762"/>
            </a:lvl3pPr>
            <a:lvl4pPr marL="871515" indent="0">
              <a:buNone/>
              <a:defRPr sz="635"/>
            </a:lvl4pPr>
            <a:lvl5pPr marL="1162020" indent="0">
              <a:buNone/>
              <a:defRPr sz="635"/>
            </a:lvl5pPr>
            <a:lvl6pPr marL="1452524" indent="0">
              <a:buNone/>
              <a:defRPr sz="635"/>
            </a:lvl6pPr>
            <a:lvl7pPr marL="1743029" indent="0">
              <a:buNone/>
              <a:defRPr sz="635"/>
            </a:lvl7pPr>
            <a:lvl8pPr marL="2033534" indent="0">
              <a:buNone/>
              <a:defRPr sz="635"/>
            </a:lvl8pPr>
            <a:lvl9pPr marL="2324039" indent="0">
              <a:buNone/>
              <a:defRPr sz="6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5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1974" y="232007"/>
            <a:ext cx="1338411" cy="369293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6740" y="232007"/>
            <a:ext cx="3937645" cy="369293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9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740" y="232007"/>
            <a:ext cx="5353645" cy="84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740" y="1160033"/>
            <a:ext cx="5353645" cy="2764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6740" y="4038932"/>
            <a:ext cx="1396603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4240D-CD7D-0147-AFDB-B56ED61B186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6110" y="4038932"/>
            <a:ext cx="2094905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3782" y="4038932"/>
            <a:ext cx="1396603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11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581010" rtl="0" eaLnBrk="1" latinLnBrk="0" hangingPunct="1">
        <a:lnSpc>
          <a:spcPct val="90000"/>
        </a:lnSpc>
        <a:spcBef>
          <a:spcPct val="0"/>
        </a:spcBef>
        <a:buNone/>
        <a:defRPr sz="27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5252" indent="-145252" algn="l" defTabSz="581010" rtl="0" eaLnBrk="1" latinLnBrk="0" hangingPunct="1">
        <a:lnSpc>
          <a:spcPct val="90000"/>
        </a:lnSpc>
        <a:spcBef>
          <a:spcPts val="635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1pPr>
      <a:lvl2pPr marL="43575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525" kern="1200">
          <a:solidFill>
            <a:schemeClr val="tx1"/>
          </a:solidFill>
          <a:latin typeface="+mn-lt"/>
          <a:ea typeface="+mn-ea"/>
          <a:cs typeface="+mn-cs"/>
        </a:defRPr>
      </a:lvl2pPr>
      <a:lvl3pPr marL="72626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101676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4pPr>
      <a:lvl5pPr marL="130727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5pPr>
      <a:lvl6pPr marL="159777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6pPr>
      <a:lvl7pPr marL="188828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7pPr>
      <a:lvl8pPr marL="217878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8pPr>
      <a:lvl9pPr marL="2469291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1pPr>
      <a:lvl2pPr marL="290505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2pPr>
      <a:lvl3pPr marL="58101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3pPr>
      <a:lvl4pPr marL="871515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4pPr>
      <a:lvl5pPr marL="116202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5pPr>
      <a:lvl6pPr marL="1452524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6pPr>
      <a:lvl7pPr marL="1743029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7pPr>
      <a:lvl8pPr marL="2033534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8pPr>
      <a:lvl9pPr marL="2324039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5735-297C-FF63-5780-38E21286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64B162-518D-FAB1-57B7-2243B6F0BD64}"/>
              </a:ext>
            </a:extLst>
          </p:cNvPr>
          <p:cNvSpPr txBox="1"/>
          <p:nvPr/>
        </p:nvSpPr>
        <p:spPr>
          <a:xfrm>
            <a:off x="363202" y="2089128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Dates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 sampled from available sources in the Open Tree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5268C-B16E-5842-05FE-DFF9A380260F}"/>
              </a:ext>
            </a:extLst>
          </p:cNvPr>
          <p:cNvSpPr txBox="1"/>
          <p:nvPr/>
        </p:nvSpPr>
        <p:spPr>
          <a:xfrm>
            <a:off x="2293562" y="90280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n-GB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TreeTaxonomy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3.7.3: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taxonomic ranks,</a:t>
            </a:r>
          </a:p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“extinct” flags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CF81F-10BC-61A3-B5AC-4A2C8B97692E}"/>
              </a:ext>
            </a:extLst>
          </p:cNvPr>
          <p:cNvSpPr txBox="1"/>
          <p:nvPr/>
        </p:nvSpPr>
        <p:spPr>
          <a:xfrm>
            <a:off x="363202" y="90280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16.1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900" dirty="0" err="1">
                <a:latin typeface="Arial" panose="020B0604020202020204" pitchFamily="34" charset="0"/>
                <a:cs typeface="Arial" panose="020B0604020202020204" pitchFamily="34" charset="0"/>
              </a:rPr>
              <a:t>supertree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with accompanying annotations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D3EC3-F2C5-3DA2-D045-735822DB6CA8}"/>
              </a:ext>
            </a:extLst>
          </p:cNvPr>
          <p:cNvSpPr txBox="1"/>
          <p:nvPr/>
        </p:nvSpPr>
        <p:spPr>
          <a:xfrm>
            <a:off x="363202" y="1028965"/>
            <a:ext cx="1620000" cy="6120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with added metadata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728CE-393D-5264-73E2-C00444CB858B}"/>
              </a:ext>
            </a:extLst>
          </p:cNvPr>
          <p:cNvSpPr txBox="1"/>
          <p:nvPr/>
        </p:nvSpPr>
        <p:spPr>
          <a:xfrm>
            <a:off x="4235086" y="2082973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Stochastic placement of clades into phylogenetic backbone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8134D-AEDB-E01E-EC7F-550E31F31194}"/>
              </a:ext>
            </a:extLst>
          </p:cNvPr>
          <p:cNvSpPr txBox="1"/>
          <p:nvPr/>
        </p:nvSpPr>
        <p:spPr>
          <a:xfrm>
            <a:off x="4235086" y="102896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Identify clades in the tree that have no phylogenetic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E1A13-7F1A-5A07-7D3F-5001F511C956}"/>
              </a:ext>
            </a:extLst>
          </p:cNvPr>
          <p:cNvSpPr txBox="1"/>
          <p:nvPr/>
        </p:nvSpPr>
        <p:spPr>
          <a:xfrm>
            <a:off x="363202" y="3029432"/>
            <a:ext cx="1620000" cy="612000"/>
          </a:xfrm>
          <a:prstGeom prst="rect">
            <a:avLst/>
          </a:prstGeom>
          <a:solidFill>
            <a:srgbClr val="9FD4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partially-dated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64F8B-E1D1-EE40-FA12-AD9CFCAF5CB9}"/>
              </a:ext>
            </a:extLst>
          </p:cNvPr>
          <p:cNvSpPr txBox="1"/>
          <p:nvPr/>
        </p:nvSpPr>
        <p:spPr>
          <a:xfrm>
            <a:off x="2301424" y="3029432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Remove inconsistent input dates then interpolate all missing dates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AEF97-6104-7E55-CFCF-4FFE3DDAA43A}"/>
              </a:ext>
            </a:extLst>
          </p:cNvPr>
          <p:cNvSpPr txBox="1"/>
          <p:nvPr/>
        </p:nvSpPr>
        <p:spPr>
          <a:xfrm>
            <a:off x="4235086" y="3029432"/>
            <a:ext cx="1620000" cy="612000"/>
          </a:xfrm>
          <a:prstGeom prst="rect">
            <a:avLst/>
          </a:prstGeom>
          <a:solidFill>
            <a:srgbClr val="9FD5EB"/>
          </a:solidFill>
          <a:ln w="25400" cmpd="dbl"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fully-dated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184DE-2651-E333-68D5-99E330A524A7}"/>
              </a:ext>
            </a:extLst>
          </p:cNvPr>
          <p:cNvSpPr txBox="1"/>
          <p:nvPr/>
        </p:nvSpPr>
        <p:spPr>
          <a:xfrm>
            <a:off x="2298008" y="102896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Prune subspecies and extinct species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3D1AA5-940E-176D-2CA3-B3EB1EED4A06}"/>
              </a:ext>
            </a:extLst>
          </p:cNvPr>
          <p:cNvCxnSpPr>
            <a:cxnSpLocks/>
          </p:cNvCxnSpPr>
          <p:nvPr/>
        </p:nvCxnSpPr>
        <p:spPr>
          <a:xfrm>
            <a:off x="1173600" y="705600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85D323-979E-15CC-DE5C-58B5A694DFDB}"/>
              </a:ext>
            </a:extLst>
          </p:cNvPr>
          <p:cNvCxnSpPr>
            <a:cxnSpLocks/>
          </p:cNvCxnSpPr>
          <p:nvPr/>
        </p:nvCxnSpPr>
        <p:spPr>
          <a:xfrm flipV="1">
            <a:off x="1987200" y="1342165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lternative Process 36">
            <a:extLst>
              <a:ext uri="{FF2B5EF4-FFF2-40B4-BE49-F238E27FC236}">
                <a16:creationId xmlns:a16="http://schemas.microsoft.com/office/drawing/2014/main" id="{5BBF4B9E-2C8A-F99B-1725-EE05055A4DC6}"/>
              </a:ext>
            </a:extLst>
          </p:cNvPr>
          <p:cNvSpPr/>
          <p:nvPr/>
        </p:nvSpPr>
        <p:spPr>
          <a:xfrm>
            <a:off x="79567" y="1856745"/>
            <a:ext cx="6032808" cy="2412000"/>
          </a:xfrm>
          <a:custGeom>
            <a:avLst/>
            <a:gdLst>
              <a:gd name="connsiteX0" fmla="*/ 0 w 6120000"/>
              <a:gd name="connsiteY0" fmla="*/ 527236 h 3163417"/>
              <a:gd name="connsiteX1" fmla="*/ 527236 w 6120000"/>
              <a:gd name="connsiteY1" fmla="*/ 0 h 3163417"/>
              <a:gd name="connsiteX2" fmla="*/ 5592764 w 6120000"/>
              <a:gd name="connsiteY2" fmla="*/ 0 h 3163417"/>
              <a:gd name="connsiteX3" fmla="*/ 6120000 w 6120000"/>
              <a:gd name="connsiteY3" fmla="*/ 527236 h 3163417"/>
              <a:gd name="connsiteX4" fmla="*/ 6120000 w 6120000"/>
              <a:gd name="connsiteY4" fmla="*/ 2636181 h 3163417"/>
              <a:gd name="connsiteX5" fmla="*/ 5592764 w 6120000"/>
              <a:gd name="connsiteY5" fmla="*/ 3163417 h 3163417"/>
              <a:gd name="connsiteX6" fmla="*/ 527236 w 6120000"/>
              <a:gd name="connsiteY6" fmla="*/ 3163417 h 3163417"/>
              <a:gd name="connsiteX7" fmla="*/ 0 w 6120000"/>
              <a:gd name="connsiteY7" fmla="*/ 2636181 h 3163417"/>
              <a:gd name="connsiteX8" fmla="*/ 0 w 6120000"/>
              <a:gd name="connsiteY8" fmla="*/ 527236 h 3163417"/>
              <a:gd name="connsiteX0" fmla="*/ 0 w 6120000"/>
              <a:gd name="connsiteY0" fmla="*/ 258481 h 3164627"/>
              <a:gd name="connsiteX1" fmla="*/ 527236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63814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20000" h="3164627">
                <a:moveTo>
                  <a:pt x="0" y="258481"/>
                </a:moveTo>
                <a:cubicBezTo>
                  <a:pt x="0" y="-32703"/>
                  <a:pt x="921" y="1210"/>
                  <a:pt x="292105" y="1210"/>
                </a:cubicBezTo>
                <a:lnTo>
                  <a:pt x="5810479" y="1210"/>
                </a:lnTo>
                <a:cubicBezTo>
                  <a:pt x="6101663" y="1210"/>
                  <a:pt x="6120000" y="10839"/>
                  <a:pt x="6120000" y="302023"/>
                </a:cubicBezTo>
                <a:lnTo>
                  <a:pt x="6120000" y="2863814"/>
                </a:lnTo>
                <a:cubicBezTo>
                  <a:pt x="6120000" y="3154998"/>
                  <a:pt x="6119080" y="3164627"/>
                  <a:pt x="5827896" y="3164627"/>
                </a:cubicBezTo>
                <a:lnTo>
                  <a:pt x="309522" y="3164627"/>
                </a:lnTo>
                <a:cubicBezTo>
                  <a:pt x="18338" y="3164627"/>
                  <a:pt x="8708" y="3146289"/>
                  <a:pt x="8708" y="2855105"/>
                </a:cubicBezTo>
                <a:cubicBezTo>
                  <a:pt x="5805" y="1989564"/>
                  <a:pt x="2903" y="1124022"/>
                  <a:pt x="0" y="258481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9A591-4967-EC4A-09E5-670415A39E7D}"/>
              </a:ext>
            </a:extLst>
          </p:cNvPr>
          <p:cNvSpPr txBox="1"/>
          <p:nvPr/>
        </p:nvSpPr>
        <p:spPr>
          <a:xfrm>
            <a:off x="2293562" y="208709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Resolve any remaining polytomies and remove nodes with only one child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0CC237-A41C-9D74-F0C3-CFB9D8263B3B}"/>
              </a:ext>
            </a:extLst>
          </p:cNvPr>
          <p:cNvCxnSpPr>
            <a:cxnSpLocks/>
          </p:cNvCxnSpPr>
          <p:nvPr/>
        </p:nvCxnSpPr>
        <p:spPr>
          <a:xfrm flipH="1">
            <a:off x="1983600" y="2703600"/>
            <a:ext cx="31320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24AFB0-4B52-5DD5-BD72-3195AB2CDAAB}"/>
              </a:ext>
            </a:extLst>
          </p:cNvPr>
          <p:cNvGrpSpPr/>
          <p:nvPr/>
        </p:nvGrpSpPr>
        <p:grpSpPr>
          <a:xfrm>
            <a:off x="1863056" y="3772692"/>
            <a:ext cx="2465830" cy="369332"/>
            <a:chOff x="1946197" y="6095465"/>
            <a:chExt cx="2879803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A74C7D6-A2CE-9C23-D9EC-BCE392FCF0EC}"/>
                </a:ext>
              </a:extLst>
            </p:cNvPr>
            <p:cNvSpPr txBox="1"/>
            <p:nvPr/>
          </p:nvSpPr>
          <p:spPr>
            <a:xfrm>
              <a:off x="2217222" y="6095465"/>
              <a:ext cx="260877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Iterate to generate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</a:t>
              </a: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trees </a:t>
              </a:r>
              <a:b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 varying topologies and dates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55B689A-A2A8-59DD-A86C-0A0FA9991CDF}"/>
                </a:ext>
              </a:extLst>
            </p:cNvPr>
            <p:cNvGrpSpPr/>
            <p:nvPr/>
          </p:nvGrpSpPr>
          <p:grpSpPr>
            <a:xfrm>
              <a:off x="1946197" y="6170664"/>
              <a:ext cx="271025" cy="235970"/>
              <a:chOff x="447641" y="4096768"/>
              <a:chExt cx="431300" cy="364779"/>
            </a:xfrm>
            <a:effectLst/>
          </p:grpSpPr>
          <p:sp>
            <p:nvSpPr>
              <p:cNvPr id="46" name="U-turn Arrow 45">
                <a:extLst>
                  <a:ext uri="{FF2B5EF4-FFF2-40B4-BE49-F238E27FC236}">
                    <a16:creationId xmlns:a16="http://schemas.microsoft.com/office/drawing/2014/main" id="{699062B1-11D4-A620-0A51-9836561C0156}"/>
                  </a:ext>
                </a:extLst>
              </p:cNvPr>
              <p:cNvSpPr/>
              <p:nvPr/>
            </p:nvSpPr>
            <p:spPr>
              <a:xfrm>
                <a:off x="468517" y="4096768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U-turn Arrow 46">
                <a:extLst>
                  <a:ext uri="{FF2B5EF4-FFF2-40B4-BE49-F238E27FC236}">
                    <a16:creationId xmlns:a16="http://schemas.microsoft.com/office/drawing/2014/main" id="{DF0C36B6-F5F3-6CBF-99E3-071AC8FB4C5B}"/>
                  </a:ext>
                </a:extLst>
              </p:cNvPr>
              <p:cNvSpPr/>
              <p:nvPr/>
            </p:nvSpPr>
            <p:spPr>
              <a:xfrm rot="10800000">
                <a:off x="447641" y="4281547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AD137D-1462-C44D-EBBA-F933150F1B54}"/>
              </a:ext>
            </a:extLst>
          </p:cNvPr>
          <p:cNvCxnSpPr>
            <a:cxnSpLocks/>
          </p:cNvCxnSpPr>
          <p:nvPr/>
        </p:nvCxnSpPr>
        <p:spPr>
          <a:xfrm flipV="1">
            <a:off x="3921886" y="1342165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B90FA0-14F2-2463-321F-526C93128F95}"/>
              </a:ext>
            </a:extLst>
          </p:cNvPr>
          <p:cNvCxnSpPr>
            <a:cxnSpLocks/>
          </p:cNvCxnSpPr>
          <p:nvPr/>
        </p:nvCxnSpPr>
        <p:spPr>
          <a:xfrm flipH="1">
            <a:off x="3916800" y="2403373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4664EA-6139-D5E3-9629-73687171243E}"/>
              </a:ext>
            </a:extLst>
          </p:cNvPr>
          <p:cNvCxnSpPr>
            <a:cxnSpLocks/>
          </p:cNvCxnSpPr>
          <p:nvPr/>
        </p:nvCxnSpPr>
        <p:spPr>
          <a:xfrm>
            <a:off x="5030696" y="1649126"/>
            <a:ext cx="0" cy="432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B1985BF-CD54-569B-F378-2238B9B0CB5E}"/>
              </a:ext>
            </a:extLst>
          </p:cNvPr>
          <p:cNvCxnSpPr>
            <a:cxnSpLocks/>
          </p:cNvCxnSpPr>
          <p:nvPr/>
        </p:nvCxnSpPr>
        <p:spPr>
          <a:xfrm flipV="1">
            <a:off x="1987200" y="3344464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D4E13E-ED07-6507-B3AE-78707820C038}"/>
              </a:ext>
            </a:extLst>
          </p:cNvPr>
          <p:cNvCxnSpPr>
            <a:cxnSpLocks/>
          </p:cNvCxnSpPr>
          <p:nvPr/>
        </p:nvCxnSpPr>
        <p:spPr>
          <a:xfrm flipV="1">
            <a:off x="3921886" y="3344464"/>
            <a:ext cx="3060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6BE8A3-558F-6D94-2264-FFED8B988573}"/>
              </a:ext>
            </a:extLst>
          </p:cNvPr>
          <p:cNvCxnSpPr>
            <a:cxnSpLocks/>
          </p:cNvCxnSpPr>
          <p:nvPr/>
        </p:nvCxnSpPr>
        <p:spPr>
          <a:xfrm>
            <a:off x="1173202" y="2704663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AE00670-E9FB-184A-2B00-248EE4F67946}"/>
              </a:ext>
            </a:extLst>
          </p:cNvPr>
          <p:cNvSpPr txBox="1"/>
          <p:nvPr/>
        </p:nvSpPr>
        <p:spPr>
          <a:xfrm>
            <a:off x="4235086" y="90280"/>
            <a:ext cx="437612" cy="10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C4EDCC-561A-CBF9-B0D0-C2CCA08DA588}"/>
              </a:ext>
            </a:extLst>
          </p:cNvPr>
          <p:cNvSpPr txBox="1"/>
          <p:nvPr/>
        </p:nvSpPr>
        <p:spPr>
          <a:xfrm>
            <a:off x="4687209" y="31643"/>
            <a:ext cx="1234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62C290-E9DF-0857-B22E-8FEBE0729CC2}"/>
              </a:ext>
            </a:extLst>
          </p:cNvPr>
          <p:cNvSpPr txBox="1"/>
          <p:nvPr/>
        </p:nvSpPr>
        <p:spPr>
          <a:xfrm>
            <a:off x="4235535" y="342280"/>
            <a:ext cx="437612" cy="1080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401E4E-17E5-D9A8-8571-B3C7A17F901A}"/>
              </a:ext>
            </a:extLst>
          </p:cNvPr>
          <p:cNvSpPr txBox="1"/>
          <p:nvPr/>
        </p:nvSpPr>
        <p:spPr>
          <a:xfrm>
            <a:off x="4235086" y="594280"/>
            <a:ext cx="437612" cy="10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98D1EF-B7E0-206B-8F25-5ED80628F2A0}"/>
              </a:ext>
            </a:extLst>
          </p:cNvPr>
          <p:cNvSpPr txBox="1"/>
          <p:nvPr/>
        </p:nvSpPr>
        <p:spPr>
          <a:xfrm>
            <a:off x="4684023" y="282240"/>
            <a:ext cx="1335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Tree object in Python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F67C39-F5C2-F77F-B896-CB7D59E64D13}"/>
              </a:ext>
            </a:extLst>
          </p:cNvPr>
          <p:cNvSpPr txBox="1"/>
          <p:nvPr/>
        </p:nvSpPr>
        <p:spPr>
          <a:xfrm>
            <a:off x="4684027" y="488702"/>
            <a:ext cx="1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Process: see Materials and methods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BD4C25-F2B5-5B6F-F4D0-B0EA162AB51E}"/>
              </a:ext>
            </a:extLst>
          </p:cNvPr>
          <p:cNvCxnSpPr>
            <a:cxnSpLocks/>
          </p:cNvCxnSpPr>
          <p:nvPr/>
        </p:nvCxnSpPr>
        <p:spPr>
          <a:xfrm flipH="1">
            <a:off x="1983600" y="702000"/>
            <a:ext cx="31158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93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921D-4035-2686-DC09-0A090AF4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2D1B8-00C5-9A25-DB66-D0BC750EDF7A}"/>
              </a:ext>
            </a:extLst>
          </p:cNvPr>
          <p:cNvSpPr txBox="1"/>
          <p:nvPr/>
        </p:nvSpPr>
        <p:spPr>
          <a:xfrm>
            <a:off x="364895" y="2141534"/>
            <a:ext cx="1620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Dates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sourced from trees in the Open Tree </a:t>
            </a:r>
            <a:r>
              <a:rPr lang="en-GB" sz="900" dirty="0" err="1">
                <a:latin typeface="Arial" panose="020B0604020202020204" pitchFamily="34" charset="0"/>
                <a:cs typeface="Arial" panose="020B0604020202020204" pitchFamily="34" charset="0"/>
              </a:rPr>
              <a:t>phylesystem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; mapped to nodes in the tree by </a:t>
            </a:r>
            <a:r>
              <a:rPr lang="en-GB" sz="900" dirty="0" err="1">
                <a:latin typeface="Arial" panose="020B0604020202020204" pitchFamily="34" charset="0"/>
                <a:cs typeface="Arial" panose="020B0604020202020204" pitchFamily="34" charset="0"/>
              </a:rPr>
              <a:t>Chronosynth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(McTavish et al. 2025).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D3967-F5BF-70A9-0034-979C2CEEDE3F}"/>
              </a:ext>
            </a:extLst>
          </p:cNvPr>
          <p:cNvSpPr txBox="1"/>
          <p:nvPr/>
        </p:nvSpPr>
        <p:spPr>
          <a:xfrm>
            <a:off x="2295255" y="-708920"/>
            <a:ext cx="1620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</a:t>
            </a:r>
            <a:b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Taxonomy 3.7.3: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taxonomic ranks,</a:t>
            </a:r>
          </a:p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“extinct” flags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8D83E-A7B7-3900-3235-F25E88DA0B74}"/>
              </a:ext>
            </a:extLst>
          </p:cNvPr>
          <p:cNvSpPr txBox="1"/>
          <p:nvPr/>
        </p:nvSpPr>
        <p:spPr>
          <a:xfrm>
            <a:off x="364895" y="-708920"/>
            <a:ext cx="1620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16.1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900" dirty="0" err="1">
                <a:latin typeface="Arial" panose="020B0604020202020204" pitchFamily="34" charset="0"/>
                <a:cs typeface="Arial" panose="020B0604020202020204" pitchFamily="34" charset="0"/>
              </a:rPr>
              <a:t>supertree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with accompanying annotations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B3F6D-0298-DE45-500C-397B3419D3B6}"/>
              </a:ext>
            </a:extLst>
          </p:cNvPr>
          <p:cNvSpPr txBox="1"/>
          <p:nvPr/>
        </p:nvSpPr>
        <p:spPr>
          <a:xfrm>
            <a:off x="364895" y="660670"/>
            <a:ext cx="1620000" cy="10440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with added metadata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E40A-A2E3-A7B9-C2B7-9E4B9BB59D90}"/>
              </a:ext>
            </a:extLst>
          </p:cNvPr>
          <p:cNvSpPr txBox="1"/>
          <p:nvPr/>
        </p:nvSpPr>
        <p:spPr>
          <a:xfrm>
            <a:off x="4236779" y="2135379"/>
            <a:ext cx="1620000" cy="10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Stochastic algorithms to move these clades to appropriate locations in the phylogenetic backbone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2079C-412D-B697-3621-B543B7CC4BEA}"/>
              </a:ext>
            </a:extLst>
          </p:cNvPr>
          <p:cNvSpPr txBox="1"/>
          <p:nvPr/>
        </p:nvSpPr>
        <p:spPr>
          <a:xfrm>
            <a:off x="4236779" y="660670"/>
            <a:ext cx="1620000" cy="10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Identify clades in the tree that have no phylogenetic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A8E6B-D45E-9525-48FB-7A5A86D2DC86}"/>
              </a:ext>
            </a:extLst>
          </p:cNvPr>
          <p:cNvSpPr txBox="1"/>
          <p:nvPr/>
        </p:nvSpPr>
        <p:spPr>
          <a:xfrm>
            <a:off x="364895" y="3508270"/>
            <a:ext cx="1620000" cy="1044000"/>
          </a:xfrm>
          <a:prstGeom prst="rect">
            <a:avLst/>
          </a:prstGeom>
          <a:solidFill>
            <a:srgbClr val="9FD4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partially-dated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64A02-F802-5299-4AA6-90E40D005607}"/>
              </a:ext>
            </a:extLst>
          </p:cNvPr>
          <p:cNvSpPr txBox="1"/>
          <p:nvPr/>
        </p:nvSpPr>
        <p:spPr>
          <a:xfrm>
            <a:off x="2303117" y="3508270"/>
            <a:ext cx="1620000" cy="10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Interpolate all missing dates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93CA7-EE2A-98F3-F967-9540F6BE5C45}"/>
              </a:ext>
            </a:extLst>
          </p:cNvPr>
          <p:cNvSpPr txBox="1"/>
          <p:nvPr/>
        </p:nvSpPr>
        <p:spPr>
          <a:xfrm>
            <a:off x="4236779" y="3508270"/>
            <a:ext cx="1620000" cy="1044000"/>
          </a:xfrm>
          <a:prstGeom prst="rect">
            <a:avLst/>
          </a:prstGeom>
          <a:solidFill>
            <a:srgbClr val="9FD5EB"/>
          </a:solidFill>
          <a:ln w="25400" cmpd="dbl"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fully-dated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20AFC-C71F-FA8F-8938-A5091AF591CA}"/>
              </a:ext>
            </a:extLst>
          </p:cNvPr>
          <p:cNvSpPr txBox="1"/>
          <p:nvPr/>
        </p:nvSpPr>
        <p:spPr>
          <a:xfrm>
            <a:off x="2299701" y="660670"/>
            <a:ext cx="1620000" cy="10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Prune subspecies and extinct species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195D1B-30DC-BC5C-3BE3-AEF0DDCE87A9}"/>
              </a:ext>
            </a:extLst>
          </p:cNvPr>
          <p:cNvCxnSpPr>
            <a:cxnSpLocks/>
          </p:cNvCxnSpPr>
          <p:nvPr/>
        </p:nvCxnSpPr>
        <p:spPr>
          <a:xfrm>
            <a:off x="1174895" y="335080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B1F9D3-8298-7E92-2033-E0B7FB0E23E8}"/>
              </a:ext>
            </a:extLst>
          </p:cNvPr>
          <p:cNvCxnSpPr>
            <a:cxnSpLocks/>
          </p:cNvCxnSpPr>
          <p:nvPr/>
        </p:nvCxnSpPr>
        <p:spPr>
          <a:xfrm flipV="1">
            <a:off x="1986779" y="1182670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lternative Process 36">
            <a:extLst>
              <a:ext uri="{FF2B5EF4-FFF2-40B4-BE49-F238E27FC236}">
                <a16:creationId xmlns:a16="http://schemas.microsoft.com/office/drawing/2014/main" id="{37307440-AAAB-AFDE-5B52-2EBE71C7F36A}"/>
              </a:ext>
            </a:extLst>
          </p:cNvPr>
          <p:cNvSpPr/>
          <p:nvPr/>
        </p:nvSpPr>
        <p:spPr>
          <a:xfrm>
            <a:off x="81260" y="1909152"/>
            <a:ext cx="6032808" cy="3168000"/>
          </a:xfrm>
          <a:custGeom>
            <a:avLst/>
            <a:gdLst>
              <a:gd name="connsiteX0" fmla="*/ 0 w 6120000"/>
              <a:gd name="connsiteY0" fmla="*/ 527236 h 3163417"/>
              <a:gd name="connsiteX1" fmla="*/ 527236 w 6120000"/>
              <a:gd name="connsiteY1" fmla="*/ 0 h 3163417"/>
              <a:gd name="connsiteX2" fmla="*/ 5592764 w 6120000"/>
              <a:gd name="connsiteY2" fmla="*/ 0 h 3163417"/>
              <a:gd name="connsiteX3" fmla="*/ 6120000 w 6120000"/>
              <a:gd name="connsiteY3" fmla="*/ 527236 h 3163417"/>
              <a:gd name="connsiteX4" fmla="*/ 6120000 w 6120000"/>
              <a:gd name="connsiteY4" fmla="*/ 2636181 h 3163417"/>
              <a:gd name="connsiteX5" fmla="*/ 5592764 w 6120000"/>
              <a:gd name="connsiteY5" fmla="*/ 3163417 h 3163417"/>
              <a:gd name="connsiteX6" fmla="*/ 527236 w 6120000"/>
              <a:gd name="connsiteY6" fmla="*/ 3163417 h 3163417"/>
              <a:gd name="connsiteX7" fmla="*/ 0 w 6120000"/>
              <a:gd name="connsiteY7" fmla="*/ 2636181 h 3163417"/>
              <a:gd name="connsiteX8" fmla="*/ 0 w 6120000"/>
              <a:gd name="connsiteY8" fmla="*/ 527236 h 3163417"/>
              <a:gd name="connsiteX0" fmla="*/ 0 w 6120000"/>
              <a:gd name="connsiteY0" fmla="*/ 258481 h 3164627"/>
              <a:gd name="connsiteX1" fmla="*/ 527236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63814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20000" h="3164627">
                <a:moveTo>
                  <a:pt x="0" y="258481"/>
                </a:moveTo>
                <a:cubicBezTo>
                  <a:pt x="0" y="-32703"/>
                  <a:pt x="921" y="1210"/>
                  <a:pt x="292105" y="1210"/>
                </a:cubicBezTo>
                <a:lnTo>
                  <a:pt x="5810479" y="1210"/>
                </a:lnTo>
                <a:cubicBezTo>
                  <a:pt x="6101663" y="1210"/>
                  <a:pt x="6120000" y="10839"/>
                  <a:pt x="6120000" y="302023"/>
                </a:cubicBezTo>
                <a:lnTo>
                  <a:pt x="6120000" y="2863814"/>
                </a:lnTo>
                <a:cubicBezTo>
                  <a:pt x="6120000" y="3154998"/>
                  <a:pt x="6119080" y="3164627"/>
                  <a:pt x="5827896" y="3164627"/>
                </a:cubicBezTo>
                <a:lnTo>
                  <a:pt x="309522" y="3164627"/>
                </a:lnTo>
                <a:cubicBezTo>
                  <a:pt x="18338" y="3164627"/>
                  <a:pt x="8708" y="3146289"/>
                  <a:pt x="8708" y="2855105"/>
                </a:cubicBezTo>
                <a:cubicBezTo>
                  <a:pt x="5805" y="1989564"/>
                  <a:pt x="2903" y="1124022"/>
                  <a:pt x="0" y="258481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7D1AC-3DDD-BA00-0C88-5D2D4DB1D63B}"/>
              </a:ext>
            </a:extLst>
          </p:cNvPr>
          <p:cNvSpPr txBox="1"/>
          <p:nvPr/>
        </p:nvSpPr>
        <p:spPr>
          <a:xfrm>
            <a:off x="2295255" y="2139501"/>
            <a:ext cx="1620000" cy="10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Resolve any remaining polytomies and remove nodes with only one child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049EAF-D7A9-60EC-59F2-C0C3FE83C30F}"/>
              </a:ext>
            </a:extLst>
          </p:cNvPr>
          <p:cNvCxnSpPr>
            <a:cxnSpLocks/>
          </p:cNvCxnSpPr>
          <p:nvPr/>
        </p:nvCxnSpPr>
        <p:spPr>
          <a:xfrm flipH="1">
            <a:off x="1986779" y="3184270"/>
            <a:ext cx="31320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32A6F40-A129-0769-A491-BE145E6E2EED}"/>
              </a:ext>
            </a:extLst>
          </p:cNvPr>
          <p:cNvGrpSpPr/>
          <p:nvPr/>
        </p:nvGrpSpPr>
        <p:grpSpPr>
          <a:xfrm>
            <a:off x="1864749" y="4475032"/>
            <a:ext cx="2465830" cy="369332"/>
            <a:chOff x="1946197" y="6081826"/>
            <a:chExt cx="2879803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543F03A-0C81-E8FC-18B2-6E04D266C87E}"/>
                </a:ext>
              </a:extLst>
            </p:cNvPr>
            <p:cNvSpPr txBox="1"/>
            <p:nvPr/>
          </p:nvSpPr>
          <p:spPr>
            <a:xfrm>
              <a:off x="2217222" y="6081826"/>
              <a:ext cx="260877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Iterate to generate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</a:t>
              </a: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trees </a:t>
              </a:r>
              <a:b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 varying topologies and dates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D8BB566-1394-7F4A-5DB6-3AA51AC8D65B}"/>
                </a:ext>
              </a:extLst>
            </p:cNvPr>
            <p:cNvGrpSpPr/>
            <p:nvPr/>
          </p:nvGrpSpPr>
          <p:grpSpPr>
            <a:xfrm>
              <a:off x="1946197" y="6170664"/>
              <a:ext cx="271025" cy="235970"/>
              <a:chOff x="447641" y="4096768"/>
              <a:chExt cx="431300" cy="364779"/>
            </a:xfrm>
            <a:effectLst/>
          </p:grpSpPr>
          <p:sp>
            <p:nvSpPr>
              <p:cNvPr id="46" name="U-turn Arrow 45">
                <a:extLst>
                  <a:ext uri="{FF2B5EF4-FFF2-40B4-BE49-F238E27FC236}">
                    <a16:creationId xmlns:a16="http://schemas.microsoft.com/office/drawing/2014/main" id="{CDC8D566-EEB2-57D7-55C7-8E301A47C9EB}"/>
                  </a:ext>
                </a:extLst>
              </p:cNvPr>
              <p:cNvSpPr/>
              <p:nvPr/>
            </p:nvSpPr>
            <p:spPr>
              <a:xfrm>
                <a:off x="468517" y="4096768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U-turn Arrow 46">
                <a:extLst>
                  <a:ext uri="{FF2B5EF4-FFF2-40B4-BE49-F238E27FC236}">
                    <a16:creationId xmlns:a16="http://schemas.microsoft.com/office/drawing/2014/main" id="{18F34920-5D59-CB34-4B2E-397A29E1FBAC}"/>
                  </a:ext>
                </a:extLst>
              </p:cNvPr>
              <p:cNvSpPr/>
              <p:nvPr/>
            </p:nvSpPr>
            <p:spPr>
              <a:xfrm rot="10800000">
                <a:off x="447641" y="4281547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1ECDD0-BB23-C278-A3DC-CB1C8E5BF04A}"/>
              </a:ext>
            </a:extLst>
          </p:cNvPr>
          <p:cNvCxnSpPr>
            <a:cxnSpLocks/>
          </p:cNvCxnSpPr>
          <p:nvPr/>
        </p:nvCxnSpPr>
        <p:spPr>
          <a:xfrm flipV="1">
            <a:off x="3923579" y="1182670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580726-459C-03F6-95E7-8DFC74A73B72}"/>
              </a:ext>
            </a:extLst>
          </p:cNvPr>
          <p:cNvCxnSpPr>
            <a:cxnSpLocks/>
          </p:cNvCxnSpPr>
          <p:nvPr/>
        </p:nvCxnSpPr>
        <p:spPr>
          <a:xfrm flipH="1">
            <a:off x="3923579" y="2657379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FE5AB-E7D0-14F8-E3C3-94F5FACED4B3}"/>
              </a:ext>
            </a:extLst>
          </p:cNvPr>
          <p:cNvCxnSpPr>
            <a:cxnSpLocks/>
          </p:cNvCxnSpPr>
          <p:nvPr/>
        </p:nvCxnSpPr>
        <p:spPr>
          <a:xfrm>
            <a:off x="5032389" y="1701532"/>
            <a:ext cx="0" cy="432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167B4D7-E11D-5CE2-4A04-0073F4D90862}"/>
              </a:ext>
            </a:extLst>
          </p:cNvPr>
          <p:cNvCxnSpPr>
            <a:cxnSpLocks/>
          </p:cNvCxnSpPr>
          <p:nvPr/>
        </p:nvCxnSpPr>
        <p:spPr>
          <a:xfrm flipV="1">
            <a:off x="1986779" y="4030270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49A2C39-62D5-DC77-E80C-3D9D0D65E99A}"/>
              </a:ext>
            </a:extLst>
          </p:cNvPr>
          <p:cNvCxnSpPr>
            <a:cxnSpLocks/>
          </p:cNvCxnSpPr>
          <p:nvPr/>
        </p:nvCxnSpPr>
        <p:spPr>
          <a:xfrm flipV="1">
            <a:off x="3923579" y="4030270"/>
            <a:ext cx="3060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ED296E-EA5B-0DF3-4022-1A7B25509A0A}"/>
              </a:ext>
            </a:extLst>
          </p:cNvPr>
          <p:cNvCxnSpPr>
            <a:cxnSpLocks/>
          </p:cNvCxnSpPr>
          <p:nvPr/>
        </p:nvCxnSpPr>
        <p:spPr>
          <a:xfrm>
            <a:off x="1174895" y="3183501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E5DAD3F-6D2A-E994-2F13-E9C6ABA6D43B}"/>
              </a:ext>
            </a:extLst>
          </p:cNvPr>
          <p:cNvSpPr txBox="1"/>
          <p:nvPr/>
        </p:nvSpPr>
        <p:spPr>
          <a:xfrm>
            <a:off x="4236779" y="-550432"/>
            <a:ext cx="437612" cy="248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FC2282-A510-C69D-7E56-9476ACF9CFF7}"/>
              </a:ext>
            </a:extLst>
          </p:cNvPr>
          <p:cNvSpPr txBox="1"/>
          <p:nvPr/>
        </p:nvSpPr>
        <p:spPr>
          <a:xfrm>
            <a:off x="4685713" y="-542194"/>
            <a:ext cx="1234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EF9556-65D0-6D99-334B-CFE4C80D68D9}"/>
              </a:ext>
            </a:extLst>
          </p:cNvPr>
          <p:cNvSpPr txBox="1"/>
          <p:nvPr/>
        </p:nvSpPr>
        <p:spPr>
          <a:xfrm>
            <a:off x="4236779" y="-333644"/>
            <a:ext cx="437612" cy="2483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3F6072-BC11-7A15-69D2-E1C4F6787E0A}"/>
              </a:ext>
            </a:extLst>
          </p:cNvPr>
          <p:cNvSpPr txBox="1"/>
          <p:nvPr/>
        </p:nvSpPr>
        <p:spPr>
          <a:xfrm>
            <a:off x="4236779" y="80790"/>
            <a:ext cx="437612" cy="2483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ECF0CF-42AB-2DF8-1588-E53176217AB4}"/>
              </a:ext>
            </a:extLst>
          </p:cNvPr>
          <p:cNvSpPr txBox="1"/>
          <p:nvPr/>
        </p:nvSpPr>
        <p:spPr>
          <a:xfrm>
            <a:off x="4685713" y="-236759"/>
            <a:ext cx="1335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Tree object in Python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2904E4-58D2-4C0C-48E1-67396C9ADF2E}"/>
              </a:ext>
            </a:extLst>
          </p:cNvPr>
          <p:cNvSpPr txBox="1"/>
          <p:nvPr/>
        </p:nvSpPr>
        <p:spPr>
          <a:xfrm>
            <a:off x="4685720" y="20975"/>
            <a:ext cx="1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Process: see Materials and methods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3AEC111-3384-2EFD-9016-BEC56539BF2E}"/>
              </a:ext>
            </a:extLst>
          </p:cNvPr>
          <p:cNvCxnSpPr>
            <a:cxnSpLocks/>
          </p:cNvCxnSpPr>
          <p:nvPr/>
        </p:nvCxnSpPr>
        <p:spPr>
          <a:xfrm flipH="1">
            <a:off x="1991537" y="336670"/>
            <a:ext cx="31158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472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43645</TotalTime>
  <Words>247</Words>
  <Application>Microsoft Macintosh PowerPoint</Application>
  <PresentationFormat>Custom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Duke, Jonathan</dc:creator>
  <cp:lastModifiedBy>Duke, Jonathan</cp:lastModifiedBy>
  <cp:revision>97</cp:revision>
  <cp:lastPrinted>2025-05-14T17:04:51Z</cp:lastPrinted>
  <dcterms:created xsi:type="dcterms:W3CDTF">2025-05-14T12:45:45Z</dcterms:created>
  <dcterms:modified xsi:type="dcterms:W3CDTF">2026-02-04T17:55:40Z</dcterms:modified>
</cp:coreProperties>
</file>