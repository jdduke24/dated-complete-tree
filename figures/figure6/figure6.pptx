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notesMasterIdLst>
    <p:notesMasterId r:id="rId3"/>
  </p:notesMasterIdLst>
  <p:sldIdLst>
    <p:sldId id="268" r:id="rId2"/>
  </p:sldIdLst>
  <p:sldSz cx="5580063" cy="9180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1C8"/>
    <a:srgbClr val="9FD6EB"/>
    <a:srgbClr val="9FD5EB"/>
    <a:srgbClr val="9FD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32"/>
    <p:restoredTop sz="97678"/>
  </p:normalViewPr>
  <p:slideViewPr>
    <p:cSldViewPr snapToGrid="0">
      <p:cViewPr varScale="1">
        <p:scale>
          <a:sx n="95" d="100"/>
          <a:sy n="95" d="100"/>
        </p:scale>
        <p:origin x="3592" y="19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336FD-F2B5-C043-9ABE-661EE14E25C5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90788" y="1143000"/>
            <a:ext cx="1876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CD9F-6B7B-9E4E-BD4C-50E5DD341F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1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1pPr>
    <a:lvl2pPr marL="425967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2pPr>
    <a:lvl3pPr marL="851933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3pPr>
    <a:lvl4pPr marL="1277899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4pPr>
    <a:lvl5pPr marL="1703866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5pPr>
    <a:lvl6pPr marL="2129832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6pPr>
    <a:lvl7pPr marL="2555799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7pPr>
    <a:lvl8pPr marL="2981766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8pPr>
    <a:lvl9pPr marL="3407732" algn="l" defTabSz="851933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505" y="1502459"/>
            <a:ext cx="4743054" cy="3196179"/>
          </a:xfrm>
        </p:spPr>
        <p:txBody>
          <a:bodyPr anchor="b"/>
          <a:lstStyle>
            <a:lvl1pPr algn="ctr">
              <a:defRPr sz="366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508" y="4821895"/>
            <a:ext cx="4185047" cy="2216498"/>
          </a:xfrm>
        </p:spPr>
        <p:txBody>
          <a:bodyPr/>
          <a:lstStyle>
            <a:lvl1pPr marL="0" indent="0" algn="ctr">
              <a:buNone/>
              <a:defRPr sz="1464"/>
            </a:lvl1pPr>
            <a:lvl2pPr marL="278983" indent="0" algn="ctr">
              <a:buNone/>
              <a:defRPr sz="1220"/>
            </a:lvl2pPr>
            <a:lvl3pPr marL="557967" indent="0" algn="ctr">
              <a:buNone/>
              <a:defRPr sz="1098"/>
            </a:lvl3pPr>
            <a:lvl4pPr marL="836950" indent="0" algn="ctr">
              <a:buNone/>
              <a:defRPr sz="976"/>
            </a:lvl4pPr>
            <a:lvl5pPr marL="1115934" indent="0" algn="ctr">
              <a:buNone/>
              <a:defRPr sz="976"/>
            </a:lvl5pPr>
            <a:lvl6pPr marL="1394917" indent="0" algn="ctr">
              <a:buNone/>
              <a:defRPr sz="976"/>
            </a:lvl6pPr>
            <a:lvl7pPr marL="1673901" indent="0" algn="ctr">
              <a:buNone/>
              <a:defRPr sz="976"/>
            </a:lvl7pPr>
            <a:lvl8pPr marL="1952884" indent="0" algn="ctr">
              <a:buNone/>
              <a:defRPr sz="976"/>
            </a:lvl8pPr>
            <a:lvl9pPr marL="2231868" indent="0" algn="ctr">
              <a:buNone/>
              <a:defRPr sz="9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29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31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724" y="2288755"/>
            <a:ext cx="4812804" cy="3818838"/>
          </a:xfrm>
        </p:spPr>
        <p:txBody>
          <a:bodyPr anchor="b"/>
          <a:lstStyle>
            <a:lvl1pPr>
              <a:defRPr sz="366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724" y="6143721"/>
            <a:ext cx="4812804" cy="2008237"/>
          </a:xfrm>
        </p:spPr>
        <p:txBody>
          <a:bodyPr/>
          <a:lstStyle>
            <a:lvl1pPr marL="0" indent="0">
              <a:buNone/>
              <a:defRPr sz="1464">
                <a:solidFill>
                  <a:schemeClr val="tx1">
                    <a:tint val="82000"/>
                  </a:schemeClr>
                </a:solidFill>
              </a:defRPr>
            </a:lvl1pPr>
            <a:lvl2pPr marL="278983" indent="0">
              <a:buNone/>
              <a:defRPr sz="1220">
                <a:solidFill>
                  <a:schemeClr val="tx1">
                    <a:tint val="82000"/>
                  </a:schemeClr>
                </a:solidFill>
              </a:defRPr>
            </a:lvl2pPr>
            <a:lvl3pPr marL="557967" indent="0">
              <a:buNone/>
              <a:defRPr sz="1098">
                <a:solidFill>
                  <a:schemeClr val="tx1">
                    <a:tint val="82000"/>
                  </a:schemeClr>
                </a:solidFill>
              </a:defRPr>
            </a:lvl3pPr>
            <a:lvl4pPr marL="836950" indent="0">
              <a:buNone/>
              <a:defRPr sz="976">
                <a:solidFill>
                  <a:schemeClr val="tx1">
                    <a:tint val="82000"/>
                  </a:schemeClr>
                </a:solidFill>
              </a:defRPr>
            </a:lvl4pPr>
            <a:lvl5pPr marL="1115934" indent="0">
              <a:buNone/>
              <a:defRPr sz="976">
                <a:solidFill>
                  <a:schemeClr val="tx1">
                    <a:tint val="82000"/>
                  </a:schemeClr>
                </a:solidFill>
              </a:defRPr>
            </a:lvl5pPr>
            <a:lvl6pPr marL="1394917" indent="0">
              <a:buNone/>
              <a:defRPr sz="976">
                <a:solidFill>
                  <a:schemeClr val="tx1">
                    <a:tint val="82000"/>
                  </a:schemeClr>
                </a:solidFill>
              </a:defRPr>
            </a:lvl6pPr>
            <a:lvl7pPr marL="1673901" indent="0">
              <a:buNone/>
              <a:defRPr sz="976">
                <a:solidFill>
                  <a:schemeClr val="tx1">
                    <a:tint val="82000"/>
                  </a:schemeClr>
                </a:solidFill>
              </a:defRPr>
            </a:lvl7pPr>
            <a:lvl8pPr marL="1952884" indent="0">
              <a:buNone/>
              <a:defRPr sz="976">
                <a:solidFill>
                  <a:schemeClr val="tx1">
                    <a:tint val="82000"/>
                  </a:schemeClr>
                </a:solidFill>
              </a:defRPr>
            </a:lvl8pPr>
            <a:lvl9pPr marL="2231868" indent="0">
              <a:buNone/>
              <a:defRPr sz="9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90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629" y="2443887"/>
            <a:ext cx="2371527" cy="58249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24907" y="2443887"/>
            <a:ext cx="2371527" cy="58249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01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56" y="488779"/>
            <a:ext cx="4812804" cy="17744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57" y="2250501"/>
            <a:ext cx="2360628" cy="1102936"/>
          </a:xfrm>
        </p:spPr>
        <p:txBody>
          <a:bodyPr anchor="b"/>
          <a:lstStyle>
            <a:lvl1pPr marL="0" indent="0">
              <a:buNone/>
              <a:defRPr sz="1464" b="1"/>
            </a:lvl1pPr>
            <a:lvl2pPr marL="278983" indent="0">
              <a:buNone/>
              <a:defRPr sz="1220" b="1"/>
            </a:lvl2pPr>
            <a:lvl3pPr marL="557967" indent="0">
              <a:buNone/>
              <a:defRPr sz="1098" b="1"/>
            </a:lvl3pPr>
            <a:lvl4pPr marL="836950" indent="0">
              <a:buNone/>
              <a:defRPr sz="976" b="1"/>
            </a:lvl4pPr>
            <a:lvl5pPr marL="1115934" indent="0">
              <a:buNone/>
              <a:defRPr sz="976" b="1"/>
            </a:lvl5pPr>
            <a:lvl6pPr marL="1394917" indent="0">
              <a:buNone/>
              <a:defRPr sz="976" b="1"/>
            </a:lvl6pPr>
            <a:lvl7pPr marL="1673901" indent="0">
              <a:buNone/>
              <a:defRPr sz="976" b="1"/>
            </a:lvl7pPr>
            <a:lvl8pPr marL="1952884" indent="0">
              <a:buNone/>
              <a:defRPr sz="976" b="1"/>
            </a:lvl8pPr>
            <a:lvl9pPr marL="2231868" indent="0">
              <a:buNone/>
              <a:defRPr sz="9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57" y="3353438"/>
            <a:ext cx="2360628" cy="49324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24907" y="2250501"/>
            <a:ext cx="2372254" cy="1102936"/>
          </a:xfrm>
        </p:spPr>
        <p:txBody>
          <a:bodyPr anchor="b"/>
          <a:lstStyle>
            <a:lvl1pPr marL="0" indent="0">
              <a:buNone/>
              <a:defRPr sz="1464" b="1"/>
            </a:lvl1pPr>
            <a:lvl2pPr marL="278983" indent="0">
              <a:buNone/>
              <a:defRPr sz="1220" b="1"/>
            </a:lvl2pPr>
            <a:lvl3pPr marL="557967" indent="0">
              <a:buNone/>
              <a:defRPr sz="1098" b="1"/>
            </a:lvl3pPr>
            <a:lvl4pPr marL="836950" indent="0">
              <a:buNone/>
              <a:defRPr sz="976" b="1"/>
            </a:lvl4pPr>
            <a:lvl5pPr marL="1115934" indent="0">
              <a:buNone/>
              <a:defRPr sz="976" b="1"/>
            </a:lvl5pPr>
            <a:lvl6pPr marL="1394917" indent="0">
              <a:buNone/>
              <a:defRPr sz="976" b="1"/>
            </a:lvl6pPr>
            <a:lvl7pPr marL="1673901" indent="0">
              <a:buNone/>
              <a:defRPr sz="976" b="1"/>
            </a:lvl7pPr>
            <a:lvl8pPr marL="1952884" indent="0">
              <a:buNone/>
              <a:defRPr sz="976" b="1"/>
            </a:lvl8pPr>
            <a:lvl9pPr marL="2231868" indent="0">
              <a:buNone/>
              <a:defRPr sz="9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24907" y="3353438"/>
            <a:ext cx="2372254" cy="49324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80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54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94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56" y="612034"/>
            <a:ext cx="1799716" cy="2142120"/>
          </a:xfrm>
        </p:spPr>
        <p:txBody>
          <a:bodyPr anchor="b"/>
          <a:lstStyle>
            <a:lvl1pPr>
              <a:defRPr sz="195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254" y="1321826"/>
            <a:ext cx="2824907" cy="6524115"/>
          </a:xfrm>
        </p:spPr>
        <p:txBody>
          <a:bodyPr/>
          <a:lstStyle>
            <a:lvl1pPr>
              <a:defRPr sz="1953"/>
            </a:lvl1pPr>
            <a:lvl2pPr>
              <a:defRPr sz="1709"/>
            </a:lvl2pPr>
            <a:lvl3pPr>
              <a:defRPr sz="1464"/>
            </a:lvl3pPr>
            <a:lvl4pPr>
              <a:defRPr sz="1220"/>
            </a:lvl4pPr>
            <a:lvl5pPr>
              <a:defRPr sz="1220"/>
            </a:lvl5pPr>
            <a:lvl6pPr>
              <a:defRPr sz="1220"/>
            </a:lvl6pPr>
            <a:lvl7pPr>
              <a:defRPr sz="1220"/>
            </a:lvl7pPr>
            <a:lvl8pPr>
              <a:defRPr sz="1220"/>
            </a:lvl8pPr>
            <a:lvl9pPr>
              <a:defRPr sz="122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356" y="2754154"/>
            <a:ext cx="1799716" cy="5102411"/>
          </a:xfrm>
        </p:spPr>
        <p:txBody>
          <a:bodyPr/>
          <a:lstStyle>
            <a:lvl1pPr marL="0" indent="0">
              <a:buNone/>
              <a:defRPr sz="976"/>
            </a:lvl1pPr>
            <a:lvl2pPr marL="278983" indent="0">
              <a:buNone/>
              <a:defRPr sz="854"/>
            </a:lvl2pPr>
            <a:lvl3pPr marL="557967" indent="0">
              <a:buNone/>
              <a:defRPr sz="732"/>
            </a:lvl3pPr>
            <a:lvl4pPr marL="836950" indent="0">
              <a:buNone/>
              <a:defRPr sz="610"/>
            </a:lvl4pPr>
            <a:lvl5pPr marL="1115934" indent="0">
              <a:buNone/>
              <a:defRPr sz="610"/>
            </a:lvl5pPr>
            <a:lvl6pPr marL="1394917" indent="0">
              <a:buNone/>
              <a:defRPr sz="610"/>
            </a:lvl6pPr>
            <a:lvl7pPr marL="1673901" indent="0">
              <a:buNone/>
              <a:defRPr sz="610"/>
            </a:lvl7pPr>
            <a:lvl8pPr marL="1952884" indent="0">
              <a:buNone/>
              <a:defRPr sz="610"/>
            </a:lvl8pPr>
            <a:lvl9pPr marL="2231868" indent="0">
              <a:buNone/>
              <a:defRPr sz="61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48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56" y="612034"/>
            <a:ext cx="1799716" cy="2142120"/>
          </a:xfrm>
        </p:spPr>
        <p:txBody>
          <a:bodyPr anchor="b"/>
          <a:lstStyle>
            <a:lvl1pPr>
              <a:defRPr sz="195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72254" y="1321826"/>
            <a:ext cx="2824907" cy="6524115"/>
          </a:xfrm>
        </p:spPr>
        <p:txBody>
          <a:bodyPr anchor="t"/>
          <a:lstStyle>
            <a:lvl1pPr marL="0" indent="0">
              <a:buNone/>
              <a:defRPr sz="1953"/>
            </a:lvl1pPr>
            <a:lvl2pPr marL="278983" indent="0">
              <a:buNone/>
              <a:defRPr sz="1709"/>
            </a:lvl2pPr>
            <a:lvl3pPr marL="557967" indent="0">
              <a:buNone/>
              <a:defRPr sz="1464"/>
            </a:lvl3pPr>
            <a:lvl4pPr marL="836950" indent="0">
              <a:buNone/>
              <a:defRPr sz="1220"/>
            </a:lvl4pPr>
            <a:lvl5pPr marL="1115934" indent="0">
              <a:buNone/>
              <a:defRPr sz="1220"/>
            </a:lvl5pPr>
            <a:lvl6pPr marL="1394917" indent="0">
              <a:buNone/>
              <a:defRPr sz="1220"/>
            </a:lvl6pPr>
            <a:lvl7pPr marL="1673901" indent="0">
              <a:buNone/>
              <a:defRPr sz="1220"/>
            </a:lvl7pPr>
            <a:lvl8pPr marL="1952884" indent="0">
              <a:buNone/>
              <a:defRPr sz="1220"/>
            </a:lvl8pPr>
            <a:lvl9pPr marL="2231868" indent="0">
              <a:buNone/>
              <a:defRPr sz="122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356" y="2754154"/>
            <a:ext cx="1799716" cy="5102411"/>
          </a:xfrm>
        </p:spPr>
        <p:txBody>
          <a:bodyPr/>
          <a:lstStyle>
            <a:lvl1pPr marL="0" indent="0">
              <a:buNone/>
              <a:defRPr sz="976"/>
            </a:lvl1pPr>
            <a:lvl2pPr marL="278983" indent="0">
              <a:buNone/>
              <a:defRPr sz="854"/>
            </a:lvl2pPr>
            <a:lvl3pPr marL="557967" indent="0">
              <a:buNone/>
              <a:defRPr sz="732"/>
            </a:lvl3pPr>
            <a:lvl4pPr marL="836950" indent="0">
              <a:buNone/>
              <a:defRPr sz="610"/>
            </a:lvl4pPr>
            <a:lvl5pPr marL="1115934" indent="0">
              <a:buNone/>
              <a:defRPr sz="610"/>
            </a:lvl5pPr>
            <a:lvl6pPr marL="1394917" indent="0">
              <a:buNone/>
              <a:defRPr sz="610"/>
            </a:lvl6pPr>
            <a:lvl7pPr marL="1673901" indent="0">
              <a:buNone/>
              <a:defRPr sz="610"/>
            </a:lvl7pPr>
            <a:lvl8pPr marL="1952884" indent="0">
              <a:buNone/>
              <a:defRPr sz="610"/>
            </a:lvl8pPr>
            <a:lvl9pPr marL="2231868" indent="0">
              <a:buNone/>
              <a:defRPr sz="61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19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63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93233" y="488778"/>
            <a:ext cx="1203201" cy="77800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630" y="488778"/>
            <a:ext cx="3539852" cy="778006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05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630" y="488779"/>
            <a:ext cx="4812804" cy="177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630" y="2443887"/>
            <a:ext cx="4812804" cy="5824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3629" y="8508978"/>
            <a:ext cx="1255514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4240D-CD7D-0147-AFDB-B56ED61B186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48396" y="8508978"/>
            <a:ext cx="1883271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920" y="8508978"/>
            <a:ext cx="1255514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61DE8-9FF9-CF4D-83E4-7F79598EDE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96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557967" rtl="0" eaLnBrk="1" latinLnBrk="0" hangingPunct="1">
        <a:lnSpc>
          <a:spcPct val="90000"/>
        </a:lnSpc>
        <a:spcBef>
          <a:spcPct val="0"/>
        </a:spcBef>
        <a:buNone/>
        <a:defRPr sz="26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492" indent="-139492" algn="l" defTabSz="557967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1709" kern="1200">
          <a:solidFill>
            <a:schemeClr val="tx1"/>
          </a:solidFill>
          <a:latin typeface="+mn-lt"/>
          <a:ea typeface="+mn-ea"/>
          <a:cs typeface="+mn-cs"/>
        </a:defRPr>
      </a:lvl1pPr>
      <a:lvl2pPr marL="418475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464" kern="1200">
          <a:solidFill>
            <a:schemeClr val="tx1"/>
          </a:solidFill>
          <a:latin typeface="+mn-lt"/>
          <a:ea typeface="+mn-ea"/>
          <a:cs typeface="+mn-cs"/>
        </a:defRPr>
      </a:lvl2pPr>
      <a:lvl3pPr marL="697459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220" kern="1200">
          <a:solidFill>
            <a:schemeClr val="tx1"/>
          </a:solidFill>
          <a:latin typeface="+mn-lt"/>
          <a:ea typeface="+mn-ea"/>
          <a:cs typeface="+mn-cs"/>
        </a:defRPr>
      </a:lvl3pPr>
      <a:lvl4pPr marL="976442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8" kern="1200">
          <a:solidFill>
            <a:schemeClr val="tx1"/>
          </a:solidFill>
          <a:latin typeface="+mn-lt"/>
          <a:ea typeface="+mn-ea"/>
          <a:cs typeface="+mn-cs"/>
        </a:defRPr>
      </a:lvl4pPr>
      <a:lvl5pPr marL="1255425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8" kern="1200">
          <a:solidFill>
            <a:schemeClr val="tx1"/>
          </a:solidFill>
          <a:latin typeface="+mn-lt"/>
          <a:ea typeface="+mn-ea"/>
          <a:cs typeface="+mn-cs"/>
        </a:defRPr>
      </a:lvl5pPr>
      <a:lvl6pPr marL="1534409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8" kern="1200">
          <a:solidFill>
            <a:schemeClr val="tx1"/>
          </a:solidFill>
          <a:latin typeface="+mn-lt"/>
          <a:ea typeface="+mn-ea"/>
          <a:cs typeface="+mn-cs"/>
        </a:defRPr>
      </a:lvl6pPr>
      <a:lvl7pPr marL="1813392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8" kern="1200">
          <a:solidFill>
            <a:schemeClr val="tx1"/>
          </a:solidFill>
          <a:latin typeface="+mn-lt"/>
          <a:ea typeface="+mn-ea"/>
          <a:cs typeface="+mn-cs"/>
        </a:defRPr>
      </a:lvl7pPr>
      <a:lvl8pPr marL="2092376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8" kern="1200">
          <a:solidFill>
            <a:schemeClr val="tx1"/>
          </a:solidFill>
          <a:latin typeface="+mn-lt"/>
          <a:ea typeface="+mn-ea"/>
          <a:cs typeface="+mn-cs"/>
        </a:defRPr>
      </a:lvl8pPr>
      <a:lvl9pPr marL="2371359" indent="-139492" algn="l" defTabSz="557967" rtl="0" eaLnBrk="1" latinLnBrk="0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1pPr>
      <a:lvl2pPr marL="278983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2pPr>
      <a:lvl3pPr marL="557967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3pPr>
      <a:lvl4pPr marL="836950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4pPr>
      <a:lvl5pPr marL="1115934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5pPr>
      <a:lvl6pPr marL="1394917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6pPr>
      <a:lvl7pPr marL="1673901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7pPr>
      <a:lvl8pPr marL="1952884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8pPr>
      <a:lvl9pPr marL="2231868" algn="l" defTabSz="557967" rtl="0" eaLnBrk="1" latinLnBrk="0" hangingPunct="1">
        <a:defRPr sz="10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30F3-E9B5-5E5C-BA02-594B9E1D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53C26AF9-430A-15EE-E7D1-962995452D1E}"/>
              </a:ext>
            </a:extLst>
          </p:cNvPr>
          <p:cNvCxnSpPr>
            <a:cxnSpLocks/>
          </p:cNvCxnSpPr>
          <p:nvPr/>
        </p:nvCxnSpPr>
        <p:spPr>
          <a:xfrm>
            <a:off x="2796097" y="2940319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819600AE-22C6-D704-EB56-B03BF35DD5B1}"/>
              </a:ext>
            </a:extLst>
          </p:cNvPr>
          <p:cNvCxnSpPr>
            <a:cxnSpLocks/>
          </p:cNvCxnSpPr>
          <p:nvPr/>
        </p:nvCxnSpPr>
        <p:spPr>
          <a:xfrm>
            <a:off x="2794715" y="2941139"/>
            <a:ext cx="0" cy="237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EA349CBD-5910-1D0D-2965-BBE5AD5E9E51}"/>
              </a:ext>
            </a:extLst>
          </p:cNvPr>
          <p:cNvCxnSpPr>
            <a:cxnSpLocks/>
          </p:cNvCxnSpPr>
          <p:nvPr/>
        </p:nvCxnSpPr>
        <p:spPr>
          <a:xfrm>
            <a:off x="3109803" y="2940319"/>
            <a:ext cx="0" cy="72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8FCCFB99-D934-4466-9C0B-9FC2E2506E60}"/>
              </a:ext>
            </a:extLst>
          </p:cNvPr>
          <p:cNvCxnSpPr>
            <a:cxnSpLocks/>
          </p:cNvCxnSpPr>
          <p:nvPr/>
        </p:nvCxnSpPr>
        <p:spPr>
          <a:xfrm>
            <a:off x="2662882" y="3178739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E6085528-018C-27FB-4A9E-DC969549A38C}"/>
              </a:ext>
            </a:extLst>
          </p:cNvPr>
          <p:cNvCxnSpPr>
            <a:cxnSpLocks/>
          </p:cNvCxnSpPr>
          <p:nvPr/>
        </p:nvCxnSpPr>
        <p:spPr>
          <a:xfrm>
            <a:off x="2663366" y="3178739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6B9E2CA-87AF-251F-750C-4C688AFCF13E}"/>
              </a:ext>
            </a:extLst>
          </p:cNvPr>
          <p:cNvCxnSpPr>
            <a:cxnSpLocks/>
          </p:cNvCxnSpPr>
          <p:nvPr/>
        </p:nvCxnSpPr>
        <p:spPr>
          <a:xfrm>
            <a:off x="2932882" y="3179476"/>
            <a:ext cx="0" cy="482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F61B4246-6178-F648-4392-FA4DE2FB0FCB}"/>
              </a:ext>
            </a:extLst>
          </p:cNvPr>
          <p:cNvCxnSpPr>
            <a:cxnSpLocks/>
          </p:cNvCxnSpPr>
          <p:nvPr/>
        </p:nvCxnSpPr>
        <p:spPr>
          <a:xfrm>
            <a:off x="2570850" y="3419939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5FEB1952-1EF2-25A8-8B7D-04FABAF2483C}"/>
              </a:ext>
            </a:extLst>
          </p:cNvPr>
          <p:cNvCxnSpPr>
            <a:cxnSpLocks/>
          </p:cNvCxnSpPr>
          <p:nvPr/>
        </p:nvCxnSpPr>
        <p:spPr>
          <a:xfrm>
            <a:off x="2570848" y="3425469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072862E9-8870-BE9E-D228-17ACD703441F}"/>
              </a:ext>
            </a:extLst>
          </p:cNvPr>
          <p:cNvCxnSpPr>
            <a:cxnSpLocks/>
          </p:cNvCxnSpPr>
          <p:nvPr/>
        </p:nvCxnSpPr>
        <p:spPr>
          <a:xfrm>
            <a:off x="2754002" y="3425469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Rounded Rectangle 329">
            <a:extLst>
              <a:ext uri="{FF2B5EF4-FFF2-40B4-BE49-F238E27FC236}">
                <a16:creationId xmlns:a16="http://schemas.microsoft.com/office/drawing/2014/main" id="{DCC1E61D-9214-6D42-AC0E-57539698A3DD}"/>
              </a:ext>
            </a:extLst>
          </p:cNvPr>
          <p:cNvSpPr/>
          <p:nvPr/>
        </p:nvSpPr>
        <p:spPr>
          <a:xfrm>
            <a:off x="2377672" y="2836967"/>
            <a:ext cx="904506" cy="1035666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027A0B59-3DBB-E32E-71F0-7FB288127FA5}"/>
              </a:ext>
            </a:extLst>
          </p:cNvPr>
          <p:cNvGrpSpPr/>
          <p:nvPr/>
        </p:nvGrpSpPr>
        <p:grpSpPr>
          <a:xfrm>
            <a:off x="2454122" y="3655777"/>
            <a:ext cx="785648" cy="200055"/>
            <a:chOff x="536480" y="2029909"/>
            <a:chExt cx="785648" cy="200055"/>
          </a:xfrm>
        </p:grpSpPr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231D1F40-E828-93AF-C762-A49C645211E0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691F8D8B-8EF3-D6E9-2677-274295BE1448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55D26133-7D4D-DC13-6C62-28FB1D373691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FF61EA3A-A1F5-0449-E41A-BA7D9AD37072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3CB7F72-7DDB-EF50-8D6B-88D66A5DCEC0}"/>
              </a:ext>
            </a:extLst>
          </p:cNvPr>
          <p:cNvCxnSpPr>
            <a:cxnSpLocks/>
          </p:cNvCxnSpPr>
          <p:nvPr/>
        </p:nvCxnSpPr>
        <p:spPr>
          <a:xfrm>
            <a:off x="560448" y="909051"/>
            <a:ext cx="360000" cy="302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08CCCFB-6D60-A3FD-04F7-0E32FBABB051}"/>
              </a:ext>
            </a:extLst>
          </p:cNvPr>
          <p:cNvCxnSpPr/>
          <p:nvPr/>
        </p:nvCxnSpPr>
        <p:spPr>
          <a:xfrm>
            <a:off x="560393" y="909353"/>
            <a:ext cx="0" cy="36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4CC8261-E49D-B797-DD3A-FA3FCFBC309A}"/>
              </a:ext>
            </a:extLst>
          </p:cNvPr>
          <p:cNvCxnSpPr>
            <a:cxnSpLocks/>
          </p:cNvCxnSpPr>
          <p:nvPr/>
        </p:nvCxnSpPr>
        <p:spPr>
          <a:xfrm flipH="1">
            <a:off x="919759" y="913006"/>
            <a:ext cx="460" cy="36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1A20A30-2B32-03FC-5251-7AA94A1D07AE}"/>
              </a:ext>
            </a:extLst>
          </p:cNvPr>
          <p:cNvCxnSpPr>
            <a:cxnSpLocks/>
          </p:cNvCxnSpPr>
          <p:nvPr/>
        </p:nvCxnSpPr>
        <p:spPr>
          <a:xfrm>
            <a:off x="467877" y="1269014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6E6900-1100-BDFD-798C-EAFEE6A972B2}"/>
              </a:ext>
            </a:extLst>
          </p:cNvPr>
          <p:cNvCxnSpPr>
            <a:cxnSpLocks/>
          </p:cNvCxnSpPr>
          <p:nvPr/>
        </p:nvCxnSpPr>
        <p:spPr>
          <a:xfrm>
            <a:off x="826134" y="1276102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FADF481-5E57-25AD-0711-1231803B7D2B}"/>
              </a:ext>
            </a:extLst>
          </p:cNvPr>
          <p:cNvCxnSpPr/>
          <p:nvPr/>
        </p:nvCxnSpPr>
        <p:spPr>
          <a:xfrm>
            <a:off x="468244" y="1276102"/>
            <a:ext cx="0" cy="333154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A2C93F0-D010-2BA0-3EB7-EF4CBB34B15A}"/>
              </a:ext>
            </a:extLst>
          </p:cNvPr>
          <p:cNvCxnSpPr/>
          <p:nvPr/>
        </p:nvCxnSpPr>
        <p:spPr>
          <a:xfrm>
            <a:off x="648628" y="1276102"/>
            <a:ext cx="0" cy="333154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3B40525-7473-AC13-44CD-7A69470132E2}"/>
              </a:ext>
            </a:extLst>
          </p:cNvPr>
          <p:cNvCxnSpPr/>
          <p:nvPr/>
        </p:nvCxnSpPr>
        <p:spPr>
          <a:xfrm>
            <a:off x="823559" y="1276102"/>
            <a:ext cx="0" cy="333154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E841D1D-3E76-9971-7543-C3EF12B51C81}"/>
              </a:ext>
            </a:extLst>
          </p:cNvPr>
          <p:cNvCxnSpPr/>
          <p:nvPr/>
        </p:nvCxnSpPr>
        <p:spPr>
          <a:xfrm>
            <a:off x="1008821" y="1276102"/>
            <a:ext cx="0" cy="333154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C163CD5-B28D-CC5F-5A11-973B59B1E2B1}"/>
              </a:ext>
            </a:extLst>
          </p:cNvPr>
          <p:cNvCxnSpPr>
            <a:cxnSpLocks/>
          </p:cNvCxnSpPr>
          <p:nvPr/>
        </p:nvCxnSpPr>
        <p:spPr>
          <a:xfrm>
            <a:off x="693124" y="1937019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F415AF6-9A4A-7330-82E9-0A5A8B1AD875}"/>
              </a:ext>
            </a:extLst>
          </p:cNvPr>
          <p:cNvCxnSpPr>
            <a:cxnSpLocks/>
          </p:cNvCxnSpPr>
          <p:nvPr/>
        </p:nvCxnSpPr>
        <p:spPr>
          <a:xfrm>
            <a:off x="691742" y="1937839"/>
            <a:ext cx="0" cy="237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DA5ECCD-5710-C60B-D590-CECD2DD7EA83}"/>
              </a:ext>
            </a:extLst>
          </p:cNvPr>
          <p:cNvCxnSpPr>
            <a:cxnSpLocks/>
          </p:cNvCxnSpPr>
          <p:nvPr/>
        </p:nvCxnSpPr>
        <p:spPr>
          <a:xfrm>
            <a:off x="1006830" y="1937019"/>
            <a:ext cx="0" cy="72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E0A6378-7EA4-A0A1-4F37-F753FFC65F9F}"/>
              </a:ext>
            </a:extLst>
          </p:cNvPr>
          <p:cNvCxnSpPr>
            <a:cxnSpLocks/>
          </p:cNvCxnSpPr>
          <p:nvPr/>
        </p:nvCxnSpPr>
        <p:spPr>
          <a:xfrm>
            <a:off x="559909" y="2175439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703CFFC-BCAD-65CB-1224-723DFEEA3B09}"/>
              </a:ext>
            </a:extLst>
          </p:cNvPr>
          <p:cNvCxnSpPr>
            <a:cxnSpLocks/>
          </p:cNvCxnSpPr>
          <p:nvPr/>
        </p:nvCxnSpPr>
        <p:spPr>
          <a:xfrm>
            <a:off x="560393" y="2175439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87D377B-FF8A-5B7F-9273-BC4232EB8772}"/>
              </a:ext>
            </a:extLst>
          </p:cNvPr>
          <p:cNvCxnSpPr>
            <a:cxnSpLocks/>
          </p:cNvCxnSpPr>
          <p:nvPr/>
        </p:nvCxnSpPr>
        <p:spPr>
          <a:xfrm>
            <a:off x="829909" y="2176176"/>
            <a:ext cx="0" cy="482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A2ED05D-81F9-E3BC-78BE-4A5F8B48D9B8}"/>
              </a:ext>
            </a:extLst>
          </p:cNvPr>
          <p:cNvCxnSpPr>
            <a:cxnSpLocks/>
          </p:cNvCxnSpPr>
          <p:nvPr/>
        </p:nvCxnSpPr>
        <p:spPr>
          <a:xfrm>
            <a:off x="467877" y="2416639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841D014-74E3-70A6-7645-95A9B64779C8}"/>
              </a:ext>
            </a:extLst>
          </p:cNvPr>
          <p:cNvCxnSpPr>
            <a:cxnSpLocks/>
          </p:cNvCxnSpPr>
          <p:nvPr/>
        </p:nvCxnSpPr>
        <p:spPr>
          <a:xfrm>
            <a:off x="467875" y="2422169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A2B4DFF-BCE7-679A-B558-3C9D957244F8}"/>
              </a:ext>
            </a:extLst>
          </p:cNvPr>
          <p:cNvCxnSpPr>
            <a:cxnSpLocks/>
          </p:cNvCxnSpPr>
          <p:nvPr/>
        </p:nvCxnSpPr>
        <p:spPr>
          <a:xfrm>
            <a:off x="651029" y="2422169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50664786-218F-CD3A-D682-2B97E6212DFB}"/>
              </a:ext>
            </a:extLst>
          </p:cNvPr>
          <p:cNvGrpSpPr/>
          <p:nvPr/>
        </p:nvGrpSpPr>
        <p:grpSpPr>
          <a:xfrm>
            <a:off x="351149" y="1586412"/>
            <a:ext cx="785648" cy="200055"/>
            <a:chOff x="536480" y="2029909"/>
            <a:chExt cx="785648" cy="200055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45C7C5D-7705-3C0B-8F6B-55D6F855513B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DC1AAD4-B0D3-E3AF-D38A-EEC57D206747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0AF4AFE-EFE4-E188-0D98-860B196CA783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F1C4934-1C7D-08B7-9C87-A868CFA54EA7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7F80E045-BFB3-BE27-2FAE-E86E335AE276}"/>
              </a:ext>
            </a:extLst>
          </p:cNvPr>
          <p:cNvSpPr/>
          <p:nvPr/>
        </p:nvSpPr>
        <p:spPr>
          <a:xfrm>
            <a:off x="274699" y="1830492"/>
            <a:ext cx="904506" cy="1035666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8AAA2D8-5CC2-A8F6-8C22-AF0CEE4E24AF}"/>
              </a:ext>
            </a:extLst>
          </p:cNvPr>
          <p:cNvCxnSpPr>
            <a:cxnSpLocks/>
            <a:stCxn id="218" idx="3"/>
          </p:cNvCxnSpPr>
          <p:nvPr/>
        </p:nvCxnSpPr>
        <p:spPr>
          <a:xfrm>
            <a:off x="1179205" y="2348325"/>
            <a:ext cx="25200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Left Brace 238">
            <a:extLst>
              <a:ext uri="{FF2B5EF4-FFF2-40B4-BE49-F238E27FC236}">
                <a16:creationId xmlns:a16="http://schemas.microsoft.com/office/drawing/2014/main" id="{54D0646B-8BC3-B25B-FC1A-BC3DFA92445B}"/>
              </a:ext>
            </a:extLst>
          </p:cNvPr>
          <p:cNvSpPr/>
          <p:nvPr/>
        </p:nvSpPr>
        <p:spPr>
          <a:xfrm>
            <a:off x="1437024" y="796383"/>
            <a:ext cx="233917" cy="3441142"/>
          </a:xfrm>
          <a:prstGeom prst="leftBrace">
            <a:avLst>
              <a:gd name="adj1" fmla="val 8333"/>
              <a:gd name="adj2" fmla="val 45101"/>
            </a:avLst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5447A1FB-3C09-EC49-292B-8C558B81AC50}"/>
              </a:ext>
            </a:extLst>
          </p:cNvPr>
          <p:cNvCxnSpPr>
            <a:cxnSpLocks/>
          </p:cNvCxnSpPr>
          <p:nvPr/>
        </p:nvCxnSpPr>
        <p:spPr>
          <a:xfrm>
            <a:off x="3282178" y="3361838"/>
            <a:ext cx="25200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Left Brace 240">
            <a:extLst>
              <a:ext uri="{FF2B5EF4-FFF2-40B4-BE49-F238E27FC236}">
                <a16:creationId xmlns:a16="http://schemas.microsoft.com/office/drawing/2014/main" id="{40669D32-F38D-1966-2D7A-3B2A7CC57348}"/>
              </a:ext>
            </a:extLst>
          </p:cNvPr>
          <p:cNvSpPr/>
          <p:nvPr/>
        </p:nvSpPr>
        <p:spPr>
          <a:xfrm>
            <a:off x="3541722" y="803460"/>
            <a:ext cx="233917" cy="3434063"/>
          </a:xfrm>
          <a:prstGeom prst="leftBrace">
            <a:avLst>
              <a:gd name="adj1" fmla="val 8333"/>
              <a:gd name="adj2" fmla="val 74469"/>
            </a:avLst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75ABE09-DEC4-176D-DA61-31CD61F549F4}"/>
              </a:ext>
            </a:extLst>
          </p:cNvPr>
          <p:cNvSpPr txBox="1"/>
          <p:nvPr/>
        </p:nvSpPr>
        <p:spPr>
          <a:xfrm>
            <a:off x="160208" y="99700"/>
            <a:ext cx="12989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Polytomy resolution generates a topology, given constraints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CCC6DCE-A498-7009-B011-396122491350}"/>
              </a:ext>
            </a:extLst>
          </p:cNvPr>
          <p:cNvSpPr txBox="1"/>
          <p:nvPr/>
        </p:nvSpPr>
        <p:spPr>
          <a:xfrm>
            <a:off x="1909040" y="99700"/>
            <a:ext cx="154270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Given a topology, assign calibration dates from available sources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1AAC5176-A5D8-67B9-C783-61E610A78A7B}"/>
              </a:ext>
            </a:extLst>
          </p:cNvPr>
          <p:cNvSpPr txBox="1"/>
          <p:nvPr/>
        </p:nvSpPr>
        <p:spPr>
          <a:xfrm>
            <a:off x="3901636" y="99700"/>
            <a:ext cx="17593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Choose an interpolation algorithm and interpolate missing dates</a:t>
            </a:r>
          </a:p>
        </p:txBody>
      </p: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09EA0C37-C38E-7D9E-B5E5-A9BE8324F556}"/>
              </a:ext>
            </a:extLst>
          </p:cNvPr>
          <p:cNvCxnSpPr>
            <a:cxnSpLocks/>
          </p:cNvCxnSpPr>
          <p:nvPr/>
        </p:nvCxnSpPr>
        <p:spPr>
          <a:xfrm>
            <a:off x="1457535" y="353613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F1357582-A28F-7F1F-024A-09BEA9D78149}"/>
              </a:ext>
            </a:extLst>
          </p:cNvPr>
          <p:cNvCxnSpPr>
            <a:cxnSpLocks/>
          </p:cNvCxnSpPr>
          <p:nvPr/>
        </p:nvCxnSpPr>
        <p:spPr>
          <a:xfrm>
            <a:off x="3402390" y="353613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42E4BF35-26CF-599E-D3ED-71E83E0AE9EE}"/>
              </a:ext>
            </a:extLst>
          </p:cNvPr>
          <p:cNvSpPr/>
          <p:nvPr/>
        </p:nvSpPr>
        <p:spPr>
          <a:xfrm>
            <a:off x="2927588" y="2906981"/>
            <a:ext cx="63796" cy="6379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5B3AF70-1273-CCB4-C79A-52B5F18DB9F9}"/>
              </a:ext>
            </a:extLst>
          </p:cNvPr>
          <p:cNvSpPr txBox="1"/>
          <p:nvPr/>
        </p:nvSpPr>
        <p:spPr>
          <a:xfrm>
            <a:off x="1626062" y="909355"/>
            <a:ext cx="8381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Common ancestor of A,D: 4 Mya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3814ADC-204E-E352-69A1-0348D502AF79}"/>
              </a:ext>
            </a:extLst>
          </p:cNvPr>
          <p:cNvSpPr txBox="1"/>
          <p:nvPr/>
        </p:nvSpPr>
        <p:spPr>
          <a:xfrm>
            <a:off x="1626062" y="1981316"/>
            <a:ext cx="7850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Common ancestor of A,D: 5 Mya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23EEDE9-B31E-7C24-917F-1E9ED28BE08A}"/>
              </a:ext>
            </a:extLst>
          </p:cNvPr>
          <p:cNvSpPr txBox="1"/>
          <p:nvPr/>
        </p:nvSpPr>
        <p:spPr>
          <a:xfrm>
            <a:off x="1626062" y="3100110"/>
            <a:ext cx="76377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Common ancestor of A,D: 6 Mya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39147E34-592B-9FAC-F60F-198F5B7043A4}"/>
              </a:ext>
            </a:extLst>
          </p:cNvPr>
          <p:cNvSpPr txBox="1"/>
          <p:nvPr/>
        </p:nvSpPr>
        <p:spPr>
          <a:xfrm>
            <a:off x="3782955" y="1150997"/>
            <a:ext cx="8381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EQS-L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F326B09A-CE51-F0F8-D651-6C06C10A6F70}"/>
              </a:ext>
            </a:extLst>
          </p:cNvPr>
          <p:cNvSpPr txBox="1"/>
          <p:nvPr/>
        </p:nvSpPr>
        <p:spPr>
          <a:xfrm>
            <a:off x="3782955" y="2164868"/>
            <a:ext cx="8381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EQS-S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54364F16-D309-DB50-F4FD-560454677517}"/>
              </a:ext>
            </a:extLst>
          </p:cNvPr>
          <p:cNvSpPr txBox="1"/>
          <p:nvPr/>
        </p:nvSpPr>
        <p:spPr>
          <a:xfrm>
            <a:off x="3782955" y="3178739"/>
            <a:ext cx="8381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Helvetica" pitchFamily="2" charset="0"/>
              </a:rPr>
              <a:t>Birth</a:t>
            </a:r>
          </a:p>
        </p:txBody>
      </p: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D968C6D1-A7ED-924B-EE2F-2E72781AEF1C}"/>
              </a:ext>
            </a:extLst>
          </p:cNvPr>
          <p:cNvGrpSpPr/>
          <p:nvPr/>
        </p:nvGrpSpPr>
        <p:grpSpPr>
          <a:xfrm>
            <a:off x="351149" y="2652477"/>
            <a:ext cx="785648" cy="200055"/>
            <a:chOff x="536480" y="2029909"/>
            <a:chExt cx="785648" cy="200055"/>
          </a:xfrm>
        </p:grpSpPr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C1FDB44-E30E-891B-7A7A-AC63B07FDED5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C07B511D-FB9B-B1AD-F8BF-D7CDC5D22C18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687E169-8D0B-E648-566E-B3BE84CD6AB1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CBCD964C-699A-698B-00C8-2DD054C25754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380D1134-0C68-97EF-0E9D-CC720940FD55}"/>
              </a:ext>
            </a:extLst>
          </p:cNvPr>
          <p:cNvGrpSpPr/>
          <p:nvPr/>
        </p:nvGrpSpPr>
        <p:grpSpPr>
          <a:xfrm>
            <a:off x="346057" y="3695480"/>
            <a:ext cx="785648" cy="200055"/>
            <a:chOff x="536480" y="2029909"/>
            <a:chExt cx="785648" cy="200055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06B6C149-7E0B-26D2-20FB-26D1B9A2B588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D380037B-1646-0A0E-D69C-5931CD596DAE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503AC591-6FFC-1AC3-7D3D-10872816CF2F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32BCA92E-855B-1E72-B459-0856BB3B281A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90494FE7-E5A6-274D-3DB2-8C4CDBCDFEE0}"/>
              </a:ext>
            </a:extLst>
          </p:cNvPr>
          <p:cNvCxnSpPr>
            <a:cxnSpLocks/>
          </p:cNvCxnSpPr>
          <p:nvPr/>
        </p:nvCxnSpPr>
        <p:spPr>
          <a:xfrm>
            <a:off x="467875" y="2968457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DC48D1A-4213-4803-B97C-90F71B51A38F}"/>
              </a:ext>
            </a:extLst>
          </p:cNvPr>
          <p:cNvCxnSpPr>
            <a:cxnSpLocks/>
          </p:cNvCxnSpPr>
          <p:nvPr/>
        </p:nvCxnSpPr>
        <p:spPr>
          <a:xfrm>
            <a:off x="782435" y="2969277"/>
            <a:ext cx="0" cy="237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1414222D-59AB-D451-78E8-E9211ED8AEF3}"/>
              </a:ext>
            </a:extLst>
          </p:cNvPr>
          <p:cNvCxnSpPr>
            <a:cxnSpLocks/>
          </p:cNvCxnSpPr>
          <p:nvPr/>
        </p:nvCxnSpPr>
        <p:spPr>
          <a:xfrm>
            <a:off x="464700" y="2974807"/>
            <a:ext cx="0" cy="72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DB968FCA-7EE5-1FF9-6A6B-E89D1DF95851}"/>
              </a:ext>
            </a:extLst>
          </p:cNvPr>
          <p:cNvCxnSpPr>
            <a:cxnSpLocks/>
          </p:cNvCxnSpPr>
          <p:nvPr/>
        </p:nvCxnSpPr>
        <p:spPr>
          <a:xfrm>
            <a:off x="648628" y="3206877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E51887B8-7827-31C9-312E-DFDB4A17B792}"/>
              </a:ext>
            </a:extLst>
          </p:cNvPr>
          <p:cNvCxnSpPr>
            <a:cxnSpLocks/>
          </p:cNvCxnSpPr>
          <p:nvPr/>
        </p:nvCxnSpPr>
        <p:spPr>
          <a:xfrm>
            <a:off x="919759" y="3208001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E4271CDA-088F-8A32-C6C3-5C109AF79DAC}"/>
              </a:ext>
            </a:extLst>
          </p:cNvPr>
          <p:cNvCxnSpPr>
            <a:cxnSpLocks/>
          </p:cNvCxnSpPr>
          <p:nvPr/>
        </p:nvCxnSpPr>
        <p:spPr>
          <a:xfrm>
            <a:off x="648628" y="3207876"/>
            <a:ext cx="0" cy="482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0B0B70BE-130B-8383-C8F3-F7E4A88D193D}"/>
              </a:ext>
            </a:extLst>
          </p:cNvPr>
          <p:cNvCxnSpPr>
            <a:cxnSpLocks/>
          </p:cNvCxnSpPr>
          <p:nvPr/>
        </p:nvCxnSpPr>
        <p:spPr>
          <a:xfrm>
            <a:off x="823561" y="3451252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B6C7700C-9EBD-3BEE-1FBE-5814AF9F97EC}"/>
              </a:ext>
            </a:extLst>
          </p:cNvPr>
          <p:cNvCxnSpPr>
            <a:cxnSpLocks/>
          </p:cNvCxnSpPr>
          <p:nvPr/>
        </p:nvCxnSpPr>
        <p:spPr>
          <a:xfrm>
            <a:off x="1006324" y="3450432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D117DB2D-DB13-67DA-CD26-72CCBF82F55E}"/>
              </a:ext>
            </a:extLst>
          </p:cNvPr>
          <p:cNvCxnSpPr>
            <a:cxnSpLocks/>
          </p:cNvCxnSpPr>
          <p:nvPr/>
        </p:nvCxnSpPr>
        <p:spPr>
          <a:xfrm>
            <a:off x="823559" y="3450432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2D8A339F-E1FA-D552-3732-276D4ED0CF6B}"/>
              </a:ext>
            </a:extLst>
          </p:cNvPr>
          <p:cNvCxnSpPr>
            <a:cxnSpLocks/>
          </p:cNvCxnSpPr>
          <p:nvPr/>
        </p:nvCxnSpPr>
        <p:spPr>
          <a:xfrm>
            <a:off x="2790238" y="913530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1F5658EB-60F8-60F1-462E-778404922952}"/>
              </a:ext>
            </a:extLst>
          </p:cNvPr>
          <p:cNvCxnSpPr>
            <a:cxnSpLocks/>
          </p:cNvCxnSpPr>
          <p:nvPr/>
        </p:nvCxnSpPr>
        <p:spPr>
          <a:xfrm>
            <a:off x="2790161" y="917972"/>
            <a:ext cx="0" cy="158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D17DF299-DD7C-F364-92E8-B5B83AA0D2D4}"/>
              </a:ext>
            </a:extLst>
          </p:cNvPr>
          <p:cNvCxnSpPr>
            <a:cxnSpLocks/>
          </p:cNvCxnSpPr>
          <p:nvPr/>
        </p:nvCxnSpPr>
        <p:spPr>
          <a:xfrm>
            <a:off x="3105249" y="920101"/>
            <a:ext cx="0" cy="482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7A05E6C5-859B-F6D0-2C15-3C5979A62207}"/>
              </a:ext>
            </a:extLst>
          </p:cNvPr>
          <p:cNvCxnSpPr>
            <a:cxnSpLocks/>
          </p:cNvCxnSpPr>
          <p:nvPr/>
        </p:nvCxnSpPr>
        <p:spPr>
          <a:xfrm>
            <a:off x="2662882" y="1082547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19349BDB-D7E7-0F90-A871-FFE476BFA484}"/>
              </a:ext>
            </a:extLst>
          </p:cNvPr>
          <p:cNvCxnSpPr>
            <a:cxnSpLocks/>
          </p:cNvCxnSpPr>
          <p:nvPr/>
        </p:nvCxnSpPr>
        <p:spPr>
          <a:xfrm>
            <a:off x="2658812" y="1082547"/>
            <a:ext cx="0" cy="158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FE948E33-ED4C-5FF8-E12B-9BC7A2E46BD9}"/>
              </a:ext>
            </a:extLst>
          </p:cNvPr>
          <p:cNvCxnSpPr>
            <a:cxnSpLocks/>
          </p:cNvCxnSpPr>
          <p:nvPr/>
        </p:nvCxnSpPr>
        <p:spPr>
          <a:xfrm>
            <a:off x="2932882" y="1084033"/>
            <a:ext cx="0" cy="3168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79CCD3BE-8B2F-4303-F936-601E4B54263F}"/>
              </a:ext>
            </a:extLst>
          </p:cNvPr>
          <p:cNvCxnSpPr>
            <a:cxnSpLocks/>
          </p:cNvCxnSpPr>
          <p:nvPr/>
        </p:nvCxnSpPr>
        <p:spPr>
          <a:xfrm>
            <a:off x="2566296" y="1244372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5761B405-B2A8-0A35-FA53-06D5AA599459}"/>
              </a:ext>
            </a:extLst>
          </p:cNvPr>
          <p:cNvCxnSpPr>
            <a:cxnSpLocks/>
          </p:cNvCxnSpPr>
          <p:nvPr/>
        </p:nvCxnSpPr>
        <p:spPr>
          <a:xfrm>
            <a:off x="2566294" y="1243552"/>
            <a:ext cx="0" cy="158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7C8E2414-A994-7C34-8A37-81133DC06E91}"/>
              </a:ext>
            </a:extLst>
          </p:cNvPr>
          <p:cNvCxnSpPr>
            <a:cxnSpLocks/>
          </p:cNvCxnSpPr>
          <p:nvPr/>
        </p:nvCxnSpPr>
        <p:spPr>
          <a:xfrm>
            <a:off x="2749448" y="1243552"/>
            <a:ext cx="0" cy="158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ED3FAB4F-4A0D-1317-64A0-A5A87302924B}"/>
              </a:ext>
            </a:extLst>
          </p:cNvPr>
          <p:cNvGrpSpPr/>
          <p:nvPr/>
        </p:nvGrpSpPr>
        <p:grpSpPr>
          <a:xfrm>
            <a:off x="2449568" y="1397660"/>
            <a:ext cx="785648" cy="200055"/>
            <a:chOff x="536480" y="2029909"/>
            <a:chExt cx="785648" cy="200055"/>
          </a:xfrm>
        </p:grpSpPr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246A2A6D-697E-0A1B-18A8-AE32ABADD89B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7F5AEF7D-076E-E64C-5B03-3823A6768B6D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7BD7F4F3-4913-B926-3955-7201623E73D1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D23C81F4-D911-6C2B-00F0-A4A26ACEA714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sp>
        <p:nvSpPr>
          <p:cNvPr id="350" name="Oval 349">
            <a:extLst>
              <a:ext uri="{FF2B5EF4-FFF2-40B4-BE49-F238E27FC236}">
                <a16:creationId xmlns:a16="http://schemas.microsoft.com/office/drawing/2014/main" id="{6C4D30D4-8F7E-DDE4-7650-C826A912A2E5}"/>
              </a:ext>
            </a:extLst>
          </p:cNvPr>
          <p:cNvSpPr/>
          <p:nvPr/>
        </p:nvSpPr>
        <p:spPr>
          <a:xfrm>
            <a:off x="2921729" y="880192"/>
            <a:ext cx="63796" cy="6379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C32D514C-1579-0C61-250B-934D240A112B}"/>
              </a:ext>
            </a:extLst>
          </p:cNvPr>
          <p:cNvCxnSpPr>
            <a:cxnSpLocks/>
          </p:cNvCxnSpPr>
          <p:nvPr/>
        </p:nvCxnSpPr>
        <p:spPr>
          <a:xfrm>
            <a:off x="2796857" y="1904419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741C122F-4E74-9B78-5245-145EBE37B4ED}"/>
              </a:ext>
            </a:extLst>
          </p:cNvPr>
          <p:cNvCxnSpPr>
            <a:cxnSpLocks/>
          </p:cNvCxnSpPr>
          <p:nvPr/>
        </p:nvCxnSpPr>
        <p:spPr>
          <a:xfrm>
            <a:off x="2795475" y="1910276"/>
            <a:ext cx="0" cy="201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95C4878E-1B55-4C73-2488-002BC472D65C}"/>
              </a:ext>
            </a:extLst>
          </p:cNvPr>
          <p:cNvCxnSpPr>
            <a:cxnSpLocks/>
          </p:cNvCxnSpPr>
          <p:nvPr/>
        </p:nvCxnSpPr>
        <p:spPr>
          <a:xfrm>
            <a:off x="3110563" y="1911126"/>
            <a:ext cx="0" cy="597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8BC2FA1-34D5-FC4E-2AE2-EBE3472C0703}"/>
              </a:ext>
            </a:extLst>
          </p:cNvPr>
          <p:cNvCxnSpPr>
            <a:cxnSpLocks/>
          </p:cNvCxnSpPr>
          <p:nvPr/>
        </p:nvCxnSpPr>
        <p:spPr>
          <a:xfrm>
            <a:off x="2663642" y="2111089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C3FCD0E3-0093-9501-41CD-A315E556FE83}"/>
              </a:ext>
            </a:extLst>
          </p:cNvPr>
          <p:cNvCxnSpPr>
            <a:cxnSpLocks/>
          </p:cNvCxnSpPr>
          <p:nvPr/>
        </p:nvCxnSpPr>
        <p:spPr>
          <a:xfrm>
            <a:off x="2664126" y="2108701"/>
            <a:ext cx="0" cy="201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9630E775-2C09-57C1-8136-338A6E036D3A}"/>
              </a:ext>
            </a:extLst>
          </p:cNvPr>
          <p:cNvCxnSpPr>
            <a:cxnSpLocks/>
          </p:cNvCxnSpPr>
          <p:nvPr/>
        </p:nvCxnSpPr>
        <p:spPr>
          <a:xfrm>
            <a:off x="2933642" y="2120351"/>
            <a:ext cx="0" cy="396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8E8CB448-55D7-55BC-91EB-9D2912000212}"/>
              </a:ext>
            </a:extLst>
          </p:cNvPr>
          <p:cNvCxnSpPr>
            <a:cxnSpLocks/>
          </p:cNvCxnSpPr>
          <p:nvPr/>
        </p:nvCxnSpPr>
        <p:spPr>
          <a:xfrm>
            <a:off x="2571610" y="2311014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3BDDA5ED-C355-44D4-5961-445859C46FB7}"/>
              </a:ext>
            </a:extLst>
          </p:cNvPr>
          <p:cNvCxnSpPr>
            <a:cxnSpLocks/>
          </p:cNvCxnSpPr>
          <p:nvPr/>
        </p:nvCxnSpPr>
        <p:spPr>
          <a:xfrm>
            <a:off x="2571608" y="2310726"/>
            <a:ext cx="0" cy="201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D49D5226-3234-EAA6-2CDF-0FEA66DFD6C8}"/>
              </a:ext>
            </a:extLst>
          </p:cNvPr>
          <p:cNvCxnSpPr>
            <a:cxnSpLocks/>
          </p:cNvCxnSpPr>
          <p:nvPr/>
        </p:nvCxnSpPr>
        <p:spPr>
          <a:xfrm>
            <a:off x="2754762" y="2310726"/>
            <a:ext cx="0" cy="201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F95B03ED-A32B-310F-1BF7-6FB0E1C4973E}"/>
              </a:ext>
            </a:extLst>
          </p:cNvPr>
          <p:cNvGrpSpPr/>
          <p:nvPr/>
        </p:nvGrpSpPr>
        <p:grpSpPr>
          <a:xfrm>
            <a:off x="2454882" y="2502402"/>
            <a:ext cx="785648" cy="200055"/>
            <a:chOff x="536480" y="2029909"/>
            <a:chExt cx="785648" cy="200055"/>
          </a:xfrm>
        </p:grpSpPr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D746A35C-52A4-B242-4F61-6E3A68B05C1D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118711AF-5339-14BB-1E86-A22BE52F3571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8D37436F-11D8-F1AD-A38F-842B7FEC7CE3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E3D5CE85-AE8F-73C7-C818-55E5A6A8FE40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sp>
        <p:nvSpPr>
          <p:cNvPr id="365" name="Oval 364">
            <a:extLst>
              <a:ext uri="{FF2B5EF4-FFF2-40B4-BE49-F238E27FC236}">
                <a16:creationId xmlns:a16="http://schemas.microsoft.com/office/drawing/2014/main" id="{DC038DD2-6827-7D74-7F91-6F1FC3BA1948}"/>
              </a:ext>
            </a:extLst>
          </p:cNvPr>
          <p:cNvSpPr/>
          <p:nvPr/>
        </p:nvSpPr>
        <p:spPr>
          <a:xfrm>
            <a:off x="2928348" y="1871081"/>
            <a:ext cx="63796" cy="6379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1EA2593C-1EBC-F5F5-B23A-21E3C1D48A64}"/>
              </a:ext>
            </a:extLst>
          </p:cNvPr>
          <p:cNvGrpSpPr/>
          <p:nvPr/>
        </p:nvGrpSpPr>
        <p:grpSpPr>
          <a:xfrm>
            <a:off x="4387387" y="3658515"/>
            <a:ext cx="785648" cy="200055"/>
            <a:chOff x="536480" y="2029909"/>
            <a:chExt cx="785648" cy="200055"/>
          </a:xfrm>
        </p:grpSpPr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B1C48FD6-4D0F-CA06-63C1-60E9F415EBF4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19C54075-BA43-E867-A711-91641EB26445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35C93229-4D2F-45FC-8E29-A65ADE6D656E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A26A8809-6A5E-BC7D-22F9-C2E566A95292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EC4782E0-14DC-219B-7A70-DF102F76B743}"/>
              </a:ext>
            </a:extLst>
          </p:cNvPr>
          <p:cNvCxnSpPr>
            <a:cxnSpLocks/>
          </p:cNvCxnSpPr>
          <p:nvPr/>
        </p:nvCxnSpPr>
        <p:spPr>
          <a:xfrm>
            <a:off x="4728856" y="1932495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341639A7-66E0-0ADE-04C0-91563597A359}"/>
              </a:ext>
            </a:extLst>
          </p:cNvPr>
          <p:cNvCxnSpPr>
            <a:cxnSpLocks/>
          </p:cNvCxnSpPr>
          <p:nvPr/>
        </p:nvCxnSpPr>
        <p:spPr>
          <a:xfrm>
            <a:off x="4727474" y="1933315"/>
            <a:ext cx="0" cy="36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4A83B669-322E-BF7E-85B5-0654798E1456}"/>
              </a:ext>
            </a:extLst>
          </p:cNvPr>
          <p:cNvCxnSpPr>
            <a:cxnSpLocks/>
          </p:cNvCxnSpPr>
          <p:nvPr/>
        </p:nvCxnSpPr>
        <p:spPr>
          <a:xfrm>
            <a:off x="5042562" y="1932495"/>
            <a:ext cx="0" cy="72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F78CA3F6-F8B8-F2DC-F814-D71E7CF24DD5}"/>
              </a:ext>
            </a:extLst>
          </p:cNvPr>
          <p:cNvCxnSpPr>
            <a:cxnSpLocks/>
          </p:cNvCxnSpPr>
          <p:nvPr/>
        </p:nvCxnSpPr>
        <p:spPr>
          <a:xfrm>
            <a:off x="4595641" y="2291565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67AC0D58-C364-8A4E-0E5B-B5C34DB4F849}"/>
              </a:ext>
            </a:extLst>
          </p:cNvPr>
          <p:cNvCxnSpPr>
            <a:cxnSpLocks/>
          </p:cNvCxnSpPr>
          <p:nvPr/>
        </p:nvCxnSpPr>
        <p:spPr>
          <a:xfrm>
            <a:off x="4596125" y="2291565"/>
            <a:ext cx="0" cy="169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58161975-E383-4881-C0A2-20F830236167}"/>
              </a:ext>
            </a:extLst>
          </p:cNvPr>
          <p:cNvCxnSpPr>
            <a:cxnSpLocks/>
          </p:cNvCxnSpPr>
          <p:nvPr/>
        </p:nvCxnSpPr>
        <p:spPr>
          <a:xfrm>
            <a:off x="4865641" y="2295676"/>
            <a:ext cx="0" cy="36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213EEEC8-2822-E150-942F-F37999AFAD94}"/>
              </a:ext>
            </a:extLst>
          </p:cNvPr>
          <p:cNvCxnSpPr>
            <a:cxnSpLocks/>
          </p:cNvCxnSpPr>
          <p:nvPr/>
        </p:nvCxnSpPr>
        <p:spPr>
          <a:xfrm>
            <a:off x="4503609" y="2466090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8269A20C-BCCA-8431-FC74-E707CAD0126C}"/>
              </a:ext>
            </a:extLst>
          </p:cNvPr>
          <p:cNvCxnSpPr>
            <a:cxnSpLocks/>
          </p:cNvCxnSpPr>
          <p:nvPr/>
        </p:nvCxnSpPr>
        <p:spPr>
          <a:xfrm>
            <a:off x="4503607" y="2471620"/>
            <a:ext cx="0" cy="18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38AA05F0-E902-BA50-FA31-D84BBF0F1CCB}"/>
              </a:ext>
            </a:extLst>
          </p:cNvPr>
          <p:cNvCxnSpPr>
            <a:cxnSpLocks/>
          </p:cNvCxnSpPr>
          <p:nvPr/>
        </p:nvCxnSpPr>
        <p:spPr>
          <a:xfrm>
            <a:off x="4686761" y="2471620"/>
            <a:ext cx="0" cy="18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2D67C50-5F34-F78D-299A-2B823923DDE4}"/>
              </a:ext>
            </a:extLst>
          </p:cNvPr>
          <p:cNvGrpSpPr/>
          <p:nvPr/>
        </p:nvGrpSpPr>
        <p:grpSpPr>
          <a:xfrm>
            <a:off x="4386881" y="2647953"/>
            <a:ext cx="785648" cy="200055"/>
            <a:chOff x="536480" y="2029909"/>
            <a:chExt cx="785648" cy="200055"/>
          </a:xfrm>
        </p:grpSpPr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0EC91AF-DF0D-B198-C17C-1A794079FBC0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1BA24ACA-0D44-3183-7537-D72068E54804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BF66FFA3-2E4E-E6A2-75ED-34BFD1C9BCD8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5799E565-E1FC-D503-FC63-CE4013194E57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88A354DC-73F9-8CCF-A0F8-60F12616D88E}"/>
              </a:ext>
            </a:extLst>
          </p:cNvPr>
          <p:cNvCxnSpPr>
            <a:cxnSpLocks/>
          </p:cNvCxnSpPr>
          <p:nvPr/>
        </p:nvCxnSpPr>
        <p:spPr>
          <a:xfrm>
            <a:off x="4728170" y="913530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14B414BD-889B-5DD5-CF08-D6CD9F8BCED0}"/>
              </a:ext>
            </a:extLst>
          </p:cNvPr>
          <p:cNvCxnSpPr>
            <a:cxnSpLocks/>
          </p:cNvCxnSpPr>
          <p:nvPr/>
        </p:nvCxnSpPr>
        <p:spPr>
          <a:xfrm>
            <a:off x="4726788" y="914350"/>
            <a:ext cx="0" cy="237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D0D0AB57-8882-D1CD-345C-B3A80525435F}"/>
              </a:ext>
            </a:extLst>
          </p:cNvPr>
          <p:cNvCxnSpPr>
            <a:cxnSpLocks/>
          </p:cNvCxnSpPr>
          <p:nvPr/>
        </p:nvCxnSpPr>
        <p:spPr>
          <a:xfrm>
            <a:off x="5041876" y="913530"/>
            <a:ext cx="0" cy="72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4A444AEE-321A-43B7-0FA2-934724FF9BCF}"/>
              </a:ext>
            </a:extLst>
          </p:cNvPr>
          <p:cNvCxnSpPr>
            <a:cxnSpLocks/>
          </p:cNvCxnSpPr>
          <p:nvPr/>
        </p:nvCxnSpPr>
        <p:spPr>
          <a:xfrm>
            <a:off x="4594955" y="1151950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98D07BB2-9ED8-41E8-A929-00A4F01A6F41}"/>
              </a:ext>
            </a:extLst>
          </p:cNvPr>
          <p:cNvCxnSpPr>
            <a:cxnSpLocks/>
          </p:cNvCxnSpPr>
          <p:nvPr/>
        </p:nvCxnSpPr>
        <p:spPr>
          <a:xfrm>
            <a:off x="4595439" y="1151950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131C5833-9B0D-B258-1E2A-78FD00FD7CEF}"/>
              </a:ext>
            </a:extLst>
          </p:cNvPr>
          <p:cNvCxnSpPr>
            <a:cxnSpLocks/>
          </p:cNvCxnSpPr>
          <p:nvPr/>
        </p:nvCxnSpPr>
        <p:spPr>
          <a:xfrm>
            <a:off x="4864955" y="1152687"/>
            <a:ext cx="0" cy="482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BCAB4335-D870-B997-18A6-7B396D249D40}"/>
              </a:ext>
            </a:extLst>
          </p:cNvPr>
          <p:cNvCxnSpPr>
            <a:cxnSpLocks/>
          </p:cNvCxnSpPr>
          <p:nvPr/>
        </p:nvCxnSpPr>
        <p:spPr>
          <a:xfrm>
            <a:off x="4502923" y="1393150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87A6AFF6-489B-C827-4160-867F627EF018}"/>
              </a:ext>
            </a:extLst>
          </p:cNvPr>
          <p:cNvCxnSpPr>
            <a:cxnSpLocks/>
          </p:cNvCxnSpPr>
          <p:nvPr/>
        </p:nvCxnSpPr>
        <p:spPr>
          <a:xfrm>
            <a:off x="4502921" y="1398680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FDE95417-37A2-9288-7373-ABC07409427A}"/>
              </a:ext>
            </a:extLst>
          </p:cNvPr>
          <p:cNvCxnSpPr>
            <a:cxnSpLocks/>
          </p:cNvCxnSpPr>
          <p:nvPr/>
        </p:nvCxnSpPr>
        <p:spPr>
          <a:xfrm>
            <a:off x="4686075" y="1398680"/>
            <a:ext cx="0" cy="2412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5E0066AA-A0E7-836D-69C0-1A4342D38A98}"/>
              </a:ext>
            </a:extLst>
          </p:cNvPr>
          <p:cNvGrpSpPr/>
          <p:nvPr/>
        </p:nvGrpSpPr>
        <p:grpSpPr>
          <a:xfrm>
            <a:off x="4386195" y="1628988"/>
            <a:ext cx="785648" cy="200055"/>
            <a:chOff x="536480" y="2029909"/>
            <a:chExt cx="785648" cy="200055"/>
          </a:xfrm>
        </p:grpSpPr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id="{DC5443D4-69F8-4456-5C81-96FEF69A8476}"/>
                </a:ext>
              </a:extLst>
            </p:cNvPr>
            <p:cNvSpPr txBox="1"/>
            <p:nvPr/>
          </p:nvSpPr>
          <p:spPr>
            <a:xfrm>
              <a:off x="536480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4D5712B9-3736-0C95-6BAD-B9BD7289853B}"/>
                </a:ext>
              </a:extLst>
            </p:cNvPr>
            <p:cNvSpPr txBox="1"/>
            <p:nvPr/>
          </p:nvSpPr>
          <p:spPr>
            <a:xfrm>
              <a:off x="714908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AC58A966-2ED9-1028-8437-F62845E9B4EC}"/>
                </a:ext>
              </a:extLst>
            </p:cNvPr>
            <p:cNvSpPr txBox="1"/>
            <p:nvPr/>
          </p:nvSpPr>
          <p:spPr>
            <a:xfrm>
              <a:off x="893336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1E7EC157-F802-2948-6EE0-584E71CA07D8}"/>
                </a:ext>
              </a:extLst>
            </p:cNvPr>
            <p:cNvSpPr txBox="1"/>
            <p:nvPr/>
          </p:nvSpPr>
          <p:spPr>
            <a:xfrm>
              <a:off x="1071764" y="2029909"/>
              <a:ext cx="25036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dirty="0">
                  <a:latin typeface="Helvetica" pitchFamily="2" charset="0"/>
                </a:rPr>
                <a:t>D</a:t>
              </a:r>
            </a:p>
          </p:txBody>
        </p:sp>
      </p:grpSp>
      <p:sp>
        <p:nvSpPr>
          <p:cNvPr id="411" name="Rounded Rectangle 410">
            <a:extLst>
              <a:ext uri="{FF2B5EF4-FFF2-40B4-BE49-F238E27FC236}">
                <a16:creationId xmlns:a16="http://schemas.microsoft.com/office/drawing/2014/main" id="{826E7E91-9DBF-DC4B-4961-2118711A4902}"/>
              </a:ext>
            </a:extLst>
          </p:cNvPr>
          <p:cNvSpPr/>
          <p:nvPr/>
        </p:nvSpPr>
        <p:spPr>
          <a:xfrm>
            <a:off x="4325523" y="812424"/>
            <a:ext cx="904506" cy="1035666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6B48C567-9E9B-3317-DB5A-0C4D73EA5174}"/>
              </a:ext>
            </a:extLst>
          </p:cNvPr>
          <p:cNvSpPr txBox="1"/>
          <p:nvPr/>
        </p:nvSpPr>
        <p:spPr>
          <a:xfrm rot="16200000">
            <a:off x="485010" y="3922221"/>
            <a:ext cx="342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…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30E3A84A-D3C9-E600-D639-558928AB3DC6}"/>
              </a:ext>
            </a:extLst>
          </p:cNvPr>
          <p:cNvSpPr txBox="1"/>
          <p:nvPr/>
        </p:nvSpPr>
        <p:spPr>
          <a:xfrm rot="16200000">
            <a:off x="2600730" y="3922221"/>
            <a:ext cx="342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…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37A69175-48F0-DF52-F339-173C55DA1F8A}"/>
              </a:ext>
            </a:extLst>
          </p:cNvPr>
          <p:cNvSpPr txBox="1"/>
          <p:nvPr/>
        </p:nvSpPr>
        <p:spPr>
          <a:xfrm rot="16200000">
            <a:off x="4532505" y="3922221"/>
            <a:ext cx="342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…</a:t>
            </a:r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BC4B362D-2B1F-2F17-73C6-D77F3D9A46EB}"/>
              </a:ext>
            </a:extLst>
          </p:cNvPr>
          <p:cNvSpPr/>
          <p:nvPr/>
        </p:nvSpPr>
        <p:spPr>
          <a:xfrm>
            <a:off x="4696082" y="1119099"/>
            <a:ext cx="63796" cy="63796"/>
          </a:xfrm>
          <a:prstGeom prst="ellipse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85E5C762-FC84-D716-21C2-D307118172DA}"/>
              </a:ext>
            </a:extLst>
          </p:cNvPr>
          <p:cNvSpPr/>
          <p:nvPr/>
        </p:nvSpPr>
        <p:spPr>
          <a:xfrm>
            <a:off x="4566632" y="1365268"/>
            <a:ext cx="63796" cy="63796"/>
          </a:xfrm>
          <a:prstGeom prst="ellipse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F044A70B-992D-9920-7544-33E39133D278}"/>
              </a:ext>
            </a:extLst>
          </p:cNvPr>
          <p:cNvSpPr/>
          <p:nvPr/>
        </p:nvSpPr>
        <p:spPr>
          <a:xfrm>
            <a:off x="4696082" y="2264141"/>
            <a:ext cx="63796" cy="63796"/>
          </a:xfrm>
          <a:prstGeom prst="ellipse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19DF33B1-D598-D705-7D10-99CC081B6148}"/>
              </a:ext>
            </a:extLst>
          </p:cNvPr>
          <p:cNvSpPr/>
          <p:nvPr/>
        </p:nvSpPr>
        <p:spPr>
          <a:xfrm>
            <a:off x="4561787" y="2431527"/>
            <a:ext cx="63796" cy="63796"/>
          </a:xfrm>
          <a:prstGeom prst="ellipse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6140383E-CC2D-7BF0-AB1E-0953D3B0B37B}"/>
              </a:ext>
            </a:extLst>
          </p:cNvPr>
          <p:cNvCxnSpPr>
            <a:cxnSpLocks/>
          </p:cNvCxnSpPr>
          <p:nvPr/>
        </p:nvCxnSpPr>
        <p:spPr>
          <a:xfrm>
            <a:off x="4728350" y="2940319"/>
            <a:ext cx="3132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D387807E-7947-DBAE-F01C-402685FB1D77}"/>
              </a:ext>
            </a:extLst>
          </p:cNvPr>
          <p:cNvCxnSpPr>
            <a:cxnSpLocks/>
          </p:cNvCxnSpPr>
          <p:nvPr/>
        </p:nvCxnSpPr>
        <p:spPr>
          <a:xfrm>
            <a:off x="4726968" y="2941139"/>
            <a:ext cx="0" cy="36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A1C2C671-BC65-6342-19F4-9B32C029881F}"/>
              </a:ext>
            </a:extLst>
          </p:cNvPr>
          <p:cNvCxnSpPr>
            <a:cxnSpLocks/>
          </p:cNvCxnSpPr>
          <p:nvPr/>
        </p:nvCxnSpPr>
        <p:spPr>
          <a:xfrm>
            <a:off x="5042056" y="2940319"/>
            <a:ext cx="0" cy="72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B2242620-2C7B-EC55-8572-E063BD3BAB91}"/>
              </a:ext>
            </a:extLst>
          </p:cNvPr>
          <p:cNvCxnSpPr>
            <a:cxnSpLocks/>
          </p:cNvCxnSpPr>
          <p:nvPr/>
        </p:nvCxnSpPr>
        <p:spPr>
          <a:xfrm>
            <a:off x="4595135" y="3299389"/>
            <a:ext cx="270000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8809CF92-5563-E192-93EB-4F5691D8EA18}"/>
              </a:ext>
            </a:extLst>
          </p:cNvPr>
          <p:cNvCxnSpPr>
            <a:cxnSpLocks/>
          </p:cNvCxnSpPr>
          <p:nvPr/>
        </p:nvCxnSpPr>
        <p:spPr>
          <a:xfrm>
            <a:off x="4595619" y="3299389"/>
            <a:ext cx="0" cy="2124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0FD477AA-013C-4B20-9DB7-5A957400D367}"/>
              </a:ext>
            </a:extLst>
          </p:cNvPr>
          <p:cNvCxnSpPr>
            <a:cxnSpLocks/>
          </p:cNvCxnSpPr>
          <p:nvPr/>
        </p:nvCxnSpPr>
        <p:spPr>
          <a:xfrm>
            <a:off x="4865135" y="3303500"/>
            <a:ext cx="0" cy="3600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ED3272FA-8DD1-632F-EE3F-E919EBCC1FF4}"/>
              </a:ext>
            </a:extLst>
          </p:cNvPr>
          <p:cNvCxnSpPr>
            <a:cxnSpLocks/>
          </p:cNvCxnSpPr>
          <p:nvPr/>
        </p:nvCxnSpPr>
        <p:spPr>
          <a:xfrm>
            <a:off x="4503103" y="3505664"/>
            <a:ext cx="180753" cy="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061846D1-8A1E-E376-F835-82D631887882}"/>
              </a:ext>
            </a:extLst>
          </p:cNvPr>
          <p:cNvCxnSpPr>
            <a:cxnSpLocks/>
          </p:cNvCxnSpPr>
          <p:nvPr/>
        </p:nvCxnSpPr>
        <p:spPr>
          <a:xfrm>
            <a:off x="4503101" y="3512901"/>
            <a:ext cx="0" cy="147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D79EABCC-8D4C-9312-DC09-655759304BEE}"/>
              </a:ext>
            </a:extLst>
          </p:cNvPr>
          <p:cNvCxnSpPr>
            <a:cxnSpLocks/>
          </p:cNvCxnSpPr>
          <p:nvPr/>
        </p:nvCxnSpPr>
        <p:spPr>
          <a:xfrm>
            <a:off x="4686255" y="3512901"/>
            <a:ext cx="0" cy="147600"/>
          </a:xfrm>
          <a:prstGeom prst="line">
            <a:avLst/>
          </a:prstGeom>
          <a:ln w="1270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Oval 431">
            <a:extLst>
              <a:ext uri="{FF2B5EF4-FFF2-40B4-BE49-F238E27FC236}">
                <a16:creationId xmlns:a16="http://schemas.microsoft.com/office/drawing/2014/main" id="{31944A33-3DCF-5A7C-4548-4109AE846CFC}"/>
              </a:ext>
            </a:extLst>
          </p:cNvPr>
          <p:cNvSpPr/>
          <p:nvPr/>
        </p:nvSpPr>
        <p:spPr>
          <a:xfrm>
            <a:off x="4695576" y="3271965"/>
            <a:ext cx="63796" cy="63796"/>
          </a:xfrm>
          <a:prstGeom prst="ellipse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A659E222-75F6-BC1B-23F9-F4F161C980FF}"/>
              </a:ext>
            </a:extLst>
          </p:cNvPr>
          <p:cNvSpPr/>
          <p:nvPr/>
        </p:nvSpPr>
        <p:spPr>
          <a:xfrm>
            <a:off x="4561281" y="3471101"/>
            <a:ext cx="63796" cy="63796"/>
          </a:xfrm>
          <a:prstGeom prst="ellipse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AE4DCB5D-DB4A-691C-A264-C106F6EE8EAA}"/>
              </a:ext>
            </a:extLst>
          </p:cNvPr>
          <p:cNvSpPr/>
          <p:nvPr/>
        </p:nvSpPr>
        <p:spPr>
          <a:xfrm>
            <a:off x="4847070" y="882445"/>
            <a:ext cx="63796" cy="6379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235D1BD7-79F8-7037-C5DE-91C29E3E59D3}"/>
              </a:ext>
            </a:extLst>
          </p:cNvPr>
          <p:cNvSpPr/>
          <p:nvPr/>
        </p:nvSpPr>
        <p:spPr>
          <a:xfrm>
            <a:off x="4850494" y="1900904"/>
            <a:ext cx="63796" cy="6379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0C90CDA3-6242-C70D-86E9-195C3E8286F3}"/>
              </a:ext>
            </a:extLst>
          </p:cNvPr>
          <p:cNvSpPr/>
          <p:nvPr/>
        </p:nvSpPr>
        <p:spPr>
          <a:xfrm>
            <a:off x="4844322" y="2908460"/>
            <a:ext cx="63796" cy="6379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891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52084</TotalTime>
  <Words>95</Words>
  <Application>Microsoft Macintosh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Duke, Jonathan</dc:creator>
  <cp:lastModifiedBy>Duke, Jonathan</cp:lastModifiedBy>
  <cp:revision>133</cp:revision>
  <cp:lastPrinted>2026-08-26T08:32:32Z</cp:lastPrinted>
  <dcterms:created xsi:type="dcterms:W3CDTF">2025-05-14T12:45:45Z</dcterms:created>
  <dcterms:modified xsi:type="dcterms:W3CDTF">2026-08-27T15:38:56Z</dcterms:modified>
</cp:coreProperties>
</file>